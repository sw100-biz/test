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6" r:id="rId29"/>
    <p:sldId id="283" r:id="rId30"/>
    <p:sldId id="284" r:id="rId31"/>
    <p:sldId id="285" r:id="rId32"/>
    <p:sldId id="286"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 userDrawn="1">
          <p15:clr>
            <a:srgbClr val="A4A3A4"/>
          </p15:clr>
        </p15:guide>
        <p15:guide id="2" pos="672" userDrawn="1">
          <p15:clr>
            <a:srgbClr val="A4A3A4"/>
          </p15:clr>
        </p15:guide>
        <p15:guide id="3" pos="7008" userDrawn="1">
          <p15:clr>
            <a:srgbClr val="A4A3A4"/>
          </p15:clr>
        </p15:guide>
        <p15:guide id="4" orient="horz"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67" autoAdjust="0"/>
    <p:restoredTop sz="94660"/>
  </p:normalViewPr>
  <p:slideViewPr>
    <p:cSldViewPr snapToGrid="0" showGuides="1">
      <p:cViewPr varScale="1">
        <p:scale>
          <a:sx n="111" d="100"/>
          <a:sy n="111" d="100"/>
        </p:scale>
        <p:origin x="474" y="114"/>
      </p:cViewPr>
      <p:guideLst>
        <p:guide orient="horz" pos="432"/>
        <p:guide pos="672"/>
        <p:guide pos="7008"/>
        <p:guide orient="horz" pos="38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Sheet1!$A$2:$A$6</c:f>
              <c:numCache>
                <c:formatCode>General</c:formatCode>
                <c:ptCount val="5"/>
                <c:pt idx="0">
                  <c:v>2018</c:v>
                </c:pt>
                <c:pt idx="1">
                  <c:v>2019</c:v>
                </c:pt>
                <c:pt idx="2">
                  <c:v>2020</c:v>
                </c:pt>
                <c:pt idx="3">
                  <c:v>2021</c:v>
                </c:pt>
                <c:pt idx="4">
                  <c:v>2022</c:v>
                </c:pt>
              </c:numCache>
            </c:numRef>
          </c:cat>
          <c:val>
            <c:numRef>
              <c:f>Sheet1!$B$2:$B$6</c:f>
              <c:numCache>
                <c:formatCode>General</c:formatCode>
                <c:ptCount val="5"/>
                <c:pt idx="0">
                  <c:v>4.3</c:v>
                </c:pt>
                <c:pt idx="1">
                  <c:v>2.5</c:v>
                </c:pt>
                <c:pt idx="2">
                  <c:v>3.5</c:v>
                </c:pt>
                <c:pt idx="3">
                  <c:v>4.5</c:v>
                </c:pt>
                <c:pt idx="4">
                  <c:v>4.0999999999999996</c:v>
                </c:pt>
              </c:numCache>
            </c:numRef>
          </c:val>
          <c:extLst>
            <c:ext xmlns:c16="http://schemas.microsoft.com/office/drawing/2014/chart" uri="{C3380CC4-5D6E-409C-BE32-E72D297353CC}">
              <c16:uniqueId val="{00000000-4004-4EB3-B219-3F2B4A318E42}"/>
            </c:ext>
          </c:extLst>
        </c:ser>
        <c:ser>
          <c:idx val="1"/>
          <c:order val="1"/>
          <c:tx>
            <c:strRef>
              <c:f>Sheet1!$C$1</c:f>
              <c:strCache>
                <c:ptCount val="1"/>
                <c:pt idx="0">
                  <c:v>Series 2</c:v>
                </c:pt>
              </c:strCache>
            </c:strRef>
          </c:tx>
          <c:spPr>
            <a:solidFill>
              <a:schemeClr val="accent2"/>
            </a:solidFill>
            <a:ln>
              <a:noFill/>
            </a:ln>
            <a:effectLst/>
          </c:spPr>
          <c:invertIfNegative val="0"/>
          <c:cat>
            <c:numRef>
              <c:f>Sheet1!$A$2:$A$6</c:f>
              <c:numCache>
                <c:formatCode>General</c:formatCode>
                <c:ptCount val="5"/>
                <c:pt idx="0">
                  <c:v>2018</c:v>
                </c:pt>
                <c:pt idx="1">
                  <c:v>2019</c:v>
                </c:pt>
                <c:pt idx="2">
                  <c:v>2020</c:v>
                </c:pt>
                <c:pt idx="3">
                  <c:v>2021</c:v>
                </c:pt>
                <c:pt idx="4">
                  <c:v>2022</c:v>
                </c:pt>
              </c:numCache>
            </c:numRef>
          </c:cat>
          <c:val>
            <c:numRef>
              <c:f>Sheet1!$C$2:$C$6</c:f>
              <c:numCache>
                <c:formatCode>General</c:formatCode>
                <c:ptCount val="5"/>
                <c:pt idx="0">
                  <c:v>2.4</c:v>
                </c:pt>
                <c:pt idx="1">
                  <c:v>4.4000000000000004</c:v>
                </c:pt>
                <c:pt idx="2">
                  <c:v>1.8</c:v>
                </c:pt>
                <c:pt idx="3">
                  <c:v>2.8</c:v>
                </c:pt>
                <c:pt idx="4">
                  <c:v>2.5</c:v>
                </c:pt>
              </c:numCache>
            </c:numRef>
          </c:val>
          <c:extLst>
            <c:ext xmlns:c16="http://schemas.microsoft.com/office/drawing/2014/chart" uri="{C3380CC4-5D6E-409C-BE32-E72D297353CC}">
              <c16:uniqueId val="{00000001-4004-4EB3-B219-3F2B4A318E42}"/>
            </c:ext>
          </c:extLst>
        </c:ser>
        <c:ser>
          <c:idx val="2"/>
          <c:order val="2"/>
          <c:tx>
            <c:strRef>
              <c:f>Sheet1!$D$1</c:f>
              <c:strCache>
                <c:ptCount val="1"/>
                <c:pt idx="0">
                  <c:v>Series 3</c:v>
                </c:pt>
              </c:strCache>
            </c:strRef>
          </c:tx>
          <c:spPr>
            <a:solidFill>
              <a:schemeClr val="accent3"/>
            </a:solidFill>
            <a:ln>
              <a:noFill/>
            </a:ln>
            <a:effectLst/>
          </c:spPr>
          <c:invertIfNegative val="0"/>
          <c:cat>
            <c:numRef>
              <c:f>Sheet1!$A$2:$A$6</c:f>
              <c:numCache>
                <c:formatCode>General</c:formatCode>
                <c:ptCount val="5"/>
                <c:pt idx="0">
                  <c:v>2018</c:v>
                </c:pt>
                <c:pt idx="1">
                  <c:v>2019</c:v>
                </c:pt>
                <c:pt idx="2">
                  <c:v>2020</c:v>
                </c:pt>
                <c:pt idx="3">
                  <c:v>2021</c:v>
                </c:pt>
                <c:pt idx="4">
                  <c:v>2022</c:v>
                </c:pt>
              </c:numCache>
            </c:numRef>
          </c:cat>
          <c:val>
            <c:numRef>
              <c:f>Sheet1!$D$2:$D$6</c:f>
              <c:numCache>
                <c:formatCode>General</c:formatCode>
                <c:ptCount val="5"/>
                <c:pt idx="0">
                  <c:v>2</c:v>
                </c:pt>
                <c:pt idx="1">
                  <c:v>2</c:v>
                </c:pt>
                <c:pt idx="2">
                  <c:v>3</c:v>
                </c:pt>
                <c:pt idx="3">
                  <c:v>5</c:v>
                </c:pt>
                <c:pt idx="4">
                  <c:v>5.5</c:v>
                </c:pt>
              </c:numCache>
            </c:numRef>
          </c:val>
          <c:extLst>
            <c:ext xmlns:c16="http://schemas.microsoft.com/office/drawing/2014/chart" uri="{C3380CC4-5D6E-409C-BE32-E72D297353CC}">
              <c16:uniqueId val="{00000002-4004-4EB3-B219-3F2B4A318E42}"/>
            </c:ext>
          </c:extLst>
        </c:ser>
        <c:dLbls>
          <c:showLegendKey val="0"/>
          <c:showVal val="0"/>
          <c:showCatName val="0"/>
          <c:showSerName val="0"/>
          <c:showPercent val="0"/>
          <c:showBubbleSize val="0"/>
        </c:dLbls>
        <c:gapWidth val="100"/>
        <c:axId val="1946266992"/>
        <c:axId val="1946267408"/>
      </c:barChart>
      <c:catAx>
        <c:axId val="19462669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2"/>
                </a:solidFill>
                <a:latin typeface="Poppins" panose="00000500000000000000" pitchFamily="2" charset="0"/>
                <a:ea typeface="+mn-ea"/>
                <a:cs typeface="Poppins" panose="00000500000000000000" pitchFamily="2" charset="0"/>
              </a:defRPr>
            </a:pPr>
            <a:endParaRPr lang="en-US"/>
          </a:p>
        </c:txPr>
        <c:crossAx val="1946267408"/>
        <c:crosses val="autoZero"/>
        <c:auto val="1"/>
        <c:lblAlgn val="ctr"/>
        <c:lblOffset val="100"/>
        <c:noMultiLvlLbl val="0"/>
      </c:catAx>
      <c:valAx>
        <c:axId val="1946267408"/>
        <c:scaling>
          <c:orientation val="minMax"/>
        </c:scaling>
        <c:delete val="0"/>
        <c:axPos val="l"/>
        <c:majorGridlines>
          <c:spPr>
            <a:ln w="12700" cap="flat" cmpd="sng" algn="ctr">
              <a:solidFill>
                <a:schemeClr val="bg2">
                  <a:alpha val="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Poppins" panose="00000500000000000000" pitchFamily="2" charset="0"/>
                <a:ea typeface="+mn-ea"/>
                <a:cs typeface="Poppins" panose="00000500000000000000" pitchFamily="2" charset="0"/>
              </a:defRPr>
            </a:pPr>
            <a:endParaRPr lang="en-US"/>
          </a:p>
        </c:txPr>
        <c:crossAx val="19462669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775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ootstrap">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933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otstrap">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9F57F4-0F18-08EC-5D6B-E8A4DD91FFB4}"/>
              </a:ext>
            </a:extLst>
          </p:cNvPr>
          <p:cNvSpPr>
            <a:spLocks noGrp="1"/>
          </p:cNvSpPr>
          <p:nvPr>
            <p:ph type="pic" sz="quarter" idx="10"/>
          </p:nvPr>
        </p:nvSpPr>
        <p:spPr>
          <a:xfrm>
            <a:off x="1066800" y="2"/>
            <a:ext cx="10058400" cy="3721387"/>
          </a:xfrm>
          <a:custGeom>
            <a:avLst/>
            <a:gdLst>
              <a:gd name="connsiteX0" fmla="*/ 0 w 10058400"/>
              <a:gd name="connsiteY0" fmla="*/ 0 h 3721387"/>
              <a:gd name="connsiteX1" fmla="*/ 10058400 w 10058400"/>
              <a:gd name="connsiteY1" fmla="*/ 0 h 3721387"/>
              <a:gd name="connsiteX2" fmla="*/ 10058400 w 10058400"/>
              <a:gd name="connsiteY2" fmla="*/ 3044057 h 3721387"/>
              <a:gd name="connsiteX3" fmla="*/ 9381070 w 10058400"/>
              <a:gd name="connsiteY3" fmla="*/ 3721387 h 3721387"/>
              <a:gd name="connsiteX4" fmla="*/ 677330 w 10058400"/>
              <a:gd name="connsiteY4" fmla="*/ 3721387 h 3721387"/>
              <a:gd name="connsiteX5" fmla="*/ 0 w 10058400"/>
              <a:gd name="connsiteY5" fmla="*/ 3044057 h 372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8400" h="3721387">
                <a:moveTo>
                  <a:pt x="0" y="0"/>
                </a:moveTo>
                <a:lnTo>
                  <a:pt x="10058400" y="0"/>
                </a:lnTo>
                <a:lnTo>
                  <a:pt x="10058400" y="3044057"/>
                </a:lnTo>
                <a:cubicBezTo>
                  <a:pt x="10058400" y="3418136"/>
                  <a:pt x="9755149" y="3721387"/>
                  <a:pt x="9381070" y="3721387"/>
                </a:cubicBezTo>
                <a:lnTo>
                  <a:pt x="677330" y="3721387"/>
                </a:lnTo>
                <a:cubicBezTo>
                  <a:pt x="303251" y="3721387"/>
                  <a:pt x="0" y="3418136"/>
                  <a:pt x="0" y="3044057"/>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779632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ootstrap">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EDDA658-BFCC-BD14-D143-6C15BA4E0F63}"/>
              </a:ext>
            </a:extLst>
          </p:cNvPr>
          <p:cNvSpPr>
            <a:spLocks noGrp="1"/>
          </p:cNvSpPr>
          <p:nvPr>
            <p:ph type="pic" sz="quarter" idx="10"/>
          </p:nvPr>
        </p:nvSpPr>
        <p:spPr>
          <a:xfrm>
            <a:off x="1168400" y="2447926"/>
            <a:ext cx="9855202" cy="3724275"/>
          </a:xfrm>
          <a:custGeom>
            <a:avLst/>
            <a:gdLst>
              <a:gd name="connsiteX0" fmla="*/ 449259 w 9855202"/>
              <a:gd name="connsiteY0" fmla="*/ 0 h 3724275"/>
              <a:gd name="connsiteX1" fmla="*/ 9405943 w 9855202"/>
              <a:gd name="connsiteY1" fmla="*/ 0 h 3724275"/>
              <a:gd name="connsiteX2" fmla="*/ 9855202 w 9855202"/>
              <a:gd name="connsiteY2" fmla="*/ 449259 h 3724275"/>
              <a:gd name="connsiteX3" fmla="*/ 9855202 w 9855202"/>
              <a:gd name="connsiteY3" fmla="*/ 3275016 h 3724275"/>
              <a:gd name="connsiteX4" fmla="*/ 9405943 w 9855202"/>
              <a:gd name="connsiteY4" fmla="*/ 3724275 h 3724275"/>
              <a:gd name="connsiteX5" fmla="*/ 449259 w 9855202"/>
              <a:gd name="connsiteY5" fmla="*/ 3724275 h 3724275"/>
              <a:gd name="connsiteX6" fmla="*/ 0 w 9855202"/>
              <a:gd name="connsiteY6" fmla="*/ 3275016 h 3724275"/>
              <a:gd name="connsiteX7" fmla="*/ 0 w 9855202"/>
              <a:gd name="connsiteY7" fmla="*/ 449259 h 3724275"/>
              <a:gd name="connsiteX8" fmla="*/ 449259 w 9855202"/>
              <a:gd name="connsiteY8" fmla="*/ 0 h 372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55202" h="3724275">
                <a:moveTo>
                  <a:pt x="449259" y="0"/>
                </a:moveTo>
                <a:lnTo>
                  <a:pt x="9405943" y="0"/>
                </a:lnTo>
                <a:cubicBezTo>
                  <a:pt x="9654062" y="0"/>
                  <a:pt x="9855202" y="201140"/>
                  <a:pt x="9855202" y="449259"/>
                </a:cubicBezTo>
                <a:lnTo>
                  <a:pt x="9855202" y="3275016"/>
                </a:lnTo>
                <a:cubicBezTo>
                  <a:pt x="9855202" y="3523135"/>
                  <a:pt x="9654062" y="3724275"/>
                  <a:pt x="9405943" y="3724275"/>
                </a:cubicBezTo>
                <a:lnTo>
                  <a:pt x="449259" y="3724275"/>
                </a:lnTo>
                <a:cubicBezTo>
                  <a:pt x="201140" y="3724275"/>
                  <a:pt x="0" y="3523135"/>
                  <a:pt x="0" y="3275016"/>
                </a:cubicBezTo>
                <a:lnTo>
                  <a:pt x="0" y="449259"/>
                </a:lnTo>
                <a:cubicBezTo>
                  <a:pt x="0" y="201140"/>
                  <a:pt x="201140" y="0"/>
                  <a:pt x="449259"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639771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ootstrap">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59D5A8-3667-2E41-5AA0-F0C6E3198F70}"/>
              </a:ext>
            </a:extLst>
          </p:cNvPr>
          <p:cNvSpPr>
            <a:spLocks noGrp="1"/>
          </p:cNvSpPr>
          <p:nvPr>
            <p:ph type="pic" sz="quarter" idx="10"/>
          </p:nvPr>
        </p:nvSpPr>
        <p:spPr>
          <a:xfrm>
            <a:off x="5205155" y="1001188"/>
            <a:ext cx="3073400" cy="4856413"/>
          </a:xfrm>
          <a:custGeom>
            <a:avLst/>
            <a:gdLst>
              <a:gd name="connsiteX0" fmla="*/ 410637 w 3073400"/>
              <a:gd name="connsiteY0" fmla="*/ 0 h 4856413"/>
              <a:gd name="connsiteX1" fmla="*/ 2662763 w 3073400"/>
              <a:gd name="connsiteY1" fmla="*/ 0 h 4856413"/>
              <a:gd name="connsiteX2" fmla="*/ 3073400 w 3073400"/>
              <a:gd name="connsiteY2" fmla="*/ 410637 h 4856413"/>
              <a:gd name="connsiteX3" fmla="*/ 3073400 w 3073400"/>
              <a:gd name="connsiteY3" fmla="*/ 4445776 h 4856413"/>
              <a:gd name="connsiteX4" fmla="*/ 2662763 w 3073400"/>
              <a:gd name="connsiteY4" fmla="*/ 4856413 h 4856413"/>
              <a:gd name="connsiteX5" fmla="*/ 410637 w 3073400"/>
              <a:gd name="connsiteY5" fmla="*/ 4856413 h 4856413"/>
              <a:gd name="connsiteX6" fmla="*/ 0 w 3073400"/>
              <a:gd name="connsiteY6" fmla="*/ 4445776 h 4856413"/>
              <a:gd name="connsiteX7" fmla="*/ 0 w 3073400"/>
              <a:gd name="connsiteY7" fmla="*/ 410637 h 4856413"/>
              <a:gd name="connsiteX8" fmla="*/ 410637 w 3073400"/>
              <a:gd name="connsiteY8" fmla="*/ 0 h 485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3400" h="4856413">
                <a:moveTo>
                  <a:pt x="410637" y="0"/>
                </a:moveTo>
                <a:lnTo>
                  <a:pt x="2662763" y="0"/>
                </a:lnTo>
                <a:cubicBezTo>
                  <a:pt x="2889552" y="0"/>
                  <a:pt x="3073400" y="183848"/>
                  <a:pt x="3073400" y="410637"/>
                </a:cubicBezTo>
                <a:lnTo>
                  <a:pt x="3073400" y="4445776"/>
                </a:lnTo>
                <a:cubicBezTo>
                  <a:pt x="3073400" y="4672565"/>
                  <a:pt x="2889552" y="4856413"/>
                  <a:pt x="2662763" y="4856413"/>
                </a:cubicBezTo>
                <a:lnTo>
                  <a:pt x="410637" y="4856413"/>
                </a:lnTo>
                <a:cubicBezTo>
                  <a:pt x="183848" y="4856413"/>
                  <a:pt x="0" y="4672565"/>
                  <a:pt x="0" y="4445776"/>
                </a:cubicBezTo>
                <a:lnTo>
                  <a:pt x="0" y="410637"/>
                </a:lnTo>
                <a:cubicBezTo>
                  <a:pt x="0" y="183848"/>
                  <a:pt x="183848" y="0"/>
                  <a:pt x="410637"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9" name="Picture Placeholder 8">
            <a:extLst>
              <a:ext uri="{FF2B5EF4-FFF2-40B4-BE49-F238E27FC236}">
                <a16:creationId xmlns:a16="http://schemas.microsoft.com/office/drawing/2014/main" id="{FBD175E4-7168-BCF5-FA0C-01583CA2E2F6}"/>
              </a:ext>
            </a:extLst>
          </p:cNvPr>
          <p:cNvSpPr>
            <a:spLocks noGrp="1"/>
          </p:cNvSpPr>
          <p:nvPr>
            <p:ph type="pic" sz="quarter" idx="11"/>
          </p:nvPr>
        </p:nvSpPr>
        <p:spPr>
          <a:xfrm>
            <a:off x="8542068" y="1001187"/>
            <a:ext cx="2583132" cy="2582278"/>
          </a:xfrm>
          <a:custGeom>
            <a:avLst/>
            <a:gdLst>
              <a:gd name="connsiteX0" fmla="*/ 345018 w 2583132"/>
              <a:gd name="connsiteY0" fmla="*/ 0 h 2582278"/>
              <a:gd name="connsiteX1" fmla="*/ 2238114 w 2583132"/>
              <a:gd name="connsiteY1" fmla="*/ 0 h 2582278"/>
              <a:gd name="connsiteX2" fmla="*/ 2583132 w 2583132"/>
              <a:gd name="connsiteY2" fmla="*/ 345018 h 2582278"/>
              <a:gd name="connsiteX3" fmla="*/ 2583132 w 2583132"/>
              <a:gd name="connsiteY3" fmla="*/ 2237260 h 2582278"/>
              <a:gd name="connsiteX4" fmla="*/ 2238114 w 2583132"/>
              <a:gd name="connsiteY4" fmla="*/ 2582278 h 2582278"/>
              <a:gd name="connsiteX5" fmla="*/ 345018 w 2583132"/>
              <a:gd name="connsiteY5" fmla="*/ 2582278 h 2582278"/>
              <a:gd name="connsiteX6" fmla="*/ 0 w 2583132"/>
              <a:gd name="connsiteY6" fmla="*/ 2237260 h 2582278"/>
              <a:gd name="connsiteX7" fmla="*/ 0 w 2583132"/>
              <a:gd name="connsiteY7" fmla="*/ 345018 h 2582278"/>
              <a:gd name="connsiteX8" fmla="*/ 345018 w 2583132"/>
              <a:gd name="connsiteY8" fmla="*/ 0 h 258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3132" h="2582278">
                <a:moveTo>
                  <a:pt x="345018" y="0"/>
                </a:moveTo>
                <a:lnTo>
                  <a:pt x="2238114" y="0"/>
                </a:lnTo>
                <a:cubicBezTo>
                  <a:pt x="2428662" y="0"/>
                  <a:pt x="2583132" y="154470"/>
                  <a:pt x="2583132" y="345018"/>
                </a:cubicBezTo>
                <a:lnTo>
                  <a:pt x="2583132" y="2237260"/>
                </a:lnTo>
                <a:cubicBezTo>
                  <a:pt x="2583132" y="2427808"/>
                  <a:pt x="2428662" y="2582278"/>
                  <a:pt x="2238114" y="2582278"/>
                </a:cubicBezTo>
                <a:lnTo>
                  <a:pt x="345018" y="2582278"/>
                </a:lnTo>
                <a:cubicBezTo>
                  <a:pt x="154470" y="2582278"/>
                  <a:pt x="0" y="2427808"/>
                  <a:pt x="0" y="2237260"/>
                </a:cubicBezTo>
                <a:lnTo>
                  <a:pt x="0" y="345018"/>
                </a:lnTo>
                <a:cubicBezTo>
                  <a:pt x="0" y="154470"/>
                  <a:pt x="154470" y="0"/>
                  <a:pt x="34501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0" name="Picture Placeholder 9">
            <a:extLst>
              <a:ext uri="{FF2B5EF4-FFF2-40B4-BE49-F238E27FC236}">
                <a16:creationId xmlns:a16="http://schemas.microsoft.com/office/drawing/2014/main" id="{F8A3A406-9294-7B88-4352-8DFFC592C794}"/>
              </a:ext>
            </a:extLst>
          </p:cNvPr>
          <p:cNvSpPr>
            <a:spLocks noGrp="1"/>
          </p:cNvSpPr>
          <p:nvPr>
            <p:ph type="pic" sz="quarter" idx="12"/>
          </p:nvPr>
        </p:nvSpPr>
        <p:spPr>
          <a:xfrm>
            <a:off x="8542068" y="3838641"/>
            <a:ext cx="2018839" cy="2018172"/>
          </a:xfrm>
          <a:custGeom>
            <a:avLst/>
            <a:gdLst>
              <a:gd name="connsiteX0" fmla="*/ 269648 w 2018839"/>
              <a:gd name="connsiteY0" fmla="*/ 0 h 2018172"/>
              <a:gd name="connsiteX1" fmla="*/ 1749191 w 2018839"/>
              <a:gd name="connsiteY1" fmla="*/ 0 h 2018172"/>
              <a:gd name="connsiteX2" fmla="*/ 2018839 w 2018839"/>
              <a:gd name="connsiteY2" fmla="*/ 269648 h 2018172"/>
              <a:gd name="connsiteX3" fmla="*/ 2018839 w 2018839"/>
              <a:gd name="connsiteY3" fmla="*/ 1748524 h 2018172"/>
              <a:gd name="connsiteX4" fmla="*/ 1749191 w 2018839"/>
              <a:gd name="connsiteY4" fmla="*/ 2018172 h 2018172"/>
              <a:gd name="connsiteX5" fmla="*/ 269648 w 2018839"/>
              <a:gd name="connsiteY5" fmla="*/ 2018172 h 2018172"/>
              <a:gd name="connsiteX6" fmla="*/ 0 w 2018839"/>
              <a:gd name="connsiteY6" fmla="*/ 1748524 h 2018172"/>
              <a:gd name="connsiteX7" fmla="*/ 0 w 2018839"/>
              <a:gd name="connsiteY7" fmla="*/ 269648 h 2018172"/>
              <a:gd name="connsiteX8" fmla="*/ 269648 w 2018839"/>
              <a:gd name="connsiteY8" fmla="*/ 0 h 201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839" h="2018172">
                <a:moveTo>
                  <a:pt x="269648" y="0"/>
                </a:moveTo>
                <a:lnTo>
                  <a:pt x="1749191" y="0"/>
                </a:lnTo>
                <a:cubicBezTo>
                  <a:pt x="1898113" y="0"/>
                  <a:pt x="2018839" y="120726"/>
                  <a:pt x="2018839" y="269648"/>
                </a:cubicBezTo>
                <a:lnTo>
                  <a:pt x="2018839" y="1748524"/>
                </a:lnTo>
                <a:cubicBezTo>
                  <a:pt x="2018839" y="1897446"/>
                  <a:pt x="1898113" y="2018172"/>
                  <a:pt x="1749191" y="2018172"/>
                </a:cubicBezTo>
                <a:lnTo>
                  <a:pt x="269648" y="2018172"/>
                </a:lnTo>
                <a:cubicBezTo>
                  <a:pt x="120726" y="2018172"/>
                  <a:pt x="0" y="1897446"/>
                  <a:pt x="0" y="1748524"/>
                </a:cubicBezTo>
                <a:lnTo>
                  <a:pt x="0" y="269648"/>
                </a:lnTo>
                <a:cubicBezTo>
                  <a:pt x="0" y="120726"/>
                  <a:pt x="120726" y="0"/>
                  <a:pt x="26964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363500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3DB4CFB-5D26-DD3A-F532-516DF3A49DCA}"/>
              </a:ext>
            </a:extLst>
          </p:cNvPr>
          <p:cNvSpPr>
            <a:spLocks noGrp="1"/>
          </p:cNvSpPr>
          <p:nvPr>
            <p:ph type="pic" sz="quarter" idx="10"/>
          </p:nvPr>
        </p:nvSpPr>
        <p:spPr>
          <a:xfrm>
            <a:off x="5104121" y="1330037"/>
            <a:ext cx="2893694" cy="4313185"/>
          </a:xfrm>
          <a:custGeom>
            <a:avLst/>
            <a:gdLst>
              <a:gd name="connsiteX0" fmla="*/ 389925 w 2893694"/>
              <a:gd name="connsiteY0" fmla="*/ 0 h 4313185"/>
              <a:gd name="connsiteX1" fmla="*/ 2503769 w 2893694"/>
              <a:gd name="connsiteY1" fmla="*/ 0 h 4313185"/>
              <a:gd name="connsiteX2" fmla="*/ 2893694 w 2893694"/>
              <a:gd name="connsiteY2" fmla="*/ 389925 h 4313185"/>
              <a:gd name="connsiteX3" fmla="*/ 2893694 w 2893694"/>
              <a:gd name="connsiteY3" fmla="*/ 3923260 h 4313185"/>
              <a:gd name="connsiteX4" fmla="*/ 2503769 w 2893694"/>
              <a:gd name="connsiteY4" fmla="*/ 4313185 h 4313185"/>
              <a:gd name="connsiteX5" fmla="*/ 389925 w 2893694"/>
              <a:gd name="connsiteY5" fmla="*/ 4313185 h 4313185"/>
              <a:gd name="connsiteX6" fmla="*/ 0 w 2893694"/>
              <a:gd name="connsiteY6" fmla="*/ 3923260 h 4313185"/>
              <a:gd name="connsiteX7" fmla="*/ 0 w 2893694"/>
              <a:gd name="connsiteY7" fmla="*/ 389925 h 4313185"/>
              <a:gd name="connsiteX8" fmla="*/ 389925 w 2893694"/>
              <a:gd name="connsiteY8" fmla="*/ 0 h 431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3694" h="4313185">
                <a:moveTo>
                  <a:pt x="389925" y="0"/>
                </a:moveTo>
                <a:lnTo>
                  <a:pt x="2503769" y="0"/>
                </a:lnTo>
                <a:cubicBezTo>
                  <a:pt x="2719119" y="0"/>
                  <a:pt x="2893694" y="174575"/>
                  <a:pt x="2893694" y="389925"/>
                </a:cubicBezTo>
                <a:lnTo>
                  <a:pt x="2893694" y="3923260"/>
                </a:lnTo>
                <a:cubicBezTo>
                  <a:pt x="2893694" y="4138610"/>
                  <a:pt x="2719119" y="4313185"/>
                  <a:pt x="2503769" y="4313185"/>
                </a:cubicBezTo>
                <a:lnTo>
                  <a:pt x="389925" y="4313185"/>
                </a:lnTo>
                <a:cubicBezTo>
                  <a:pt x="174575" y="4313185"/>
                  <a:pt x="0" y="4138610"/>
                  <a:pt x="0" y="3923260"/>
                </a:cubicBezTo>
                <a:lnTo>
                  <a:pt x="0" y="389925"/>
                </a:lnTo>
                <a:cubicBezTo>
                  <a:pt x="0" y="174575"/>
                  <a:pt x="174575" y="0"/>
                  <a:pt x="389925"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8" name="Picture Placeholder 7">
            <a:extLst>
              <a:ext uri="{FF2B5EF4-FFF2-40B4-BE49-F238E27FC236}">
                <a16:creationId xmlns:a16="http://schemas.microsoft.com/office/drawing/2014/main" id="{E72081F8-C636-2A4A-A3E3-003B76C92593}"/>
              </a:ext>
            </a:extLst>
          </p:cNvPr>
          <p:cNvSpPr>
            <a:spLocks noGrp="1"/>
          </p:cNvSpPr>
          <p:nvPr>
            <p:ph type="pic" sz="quarter" idx="11"/>
          </p:nvPr>
        </p:nvSpPr>
        <p:spPr>
          <a:xfrm>
            <a:off x="8231506" y="1838325"/>
            <a:ext cx="2893694" cy="3777384"/>
          </a:xfrm>
          <a:custGeom>
            <a:avLst/>
            <a:gdLst>
              <a:gd name="connsiteX0" fmla="*/ 339720 w 2893694"/>
              <a:gd name="connsiteY0" fmla="*/ 0 h 3777384"/>
              <a:gd name="connsiteX1" fmla="*/ 2553974 w 2893694"/>
              <a:gd name="connsiteY1" fmla="*/ 0 h 3777384"/>
              <a:gd name="connsiteX2" fmla="*/ 2893694 w 2893694"/>
              <a:gd name="connsiteY2" fmla="*/ 339720 h 3777384"/>
              <a:gd name="connsiteX3" fmla="*/ 2893694 w 2893694"/>
              <a:gd name="connsiteY3" fmla="*/ 3437664 h 3777384"/>
              <a:gd name="connsiteX4" fmla="*/ 2553974 w 2893694"/>
              <a:gd name="connsiteY4" fmla="*/ 3777384 h 3777384"/>
              <a:gd name="connsiteX5" fmla="*/ 339720 w 2893694"/>
              <a:gd name="connsiteY5" fmla="*/ 3777384 h 3777384"/>
              <a:gd name="connsiteX6" fmla="*/ 0 w 2893694"/>
              <a:gd name="connsiteY6" fmla="*/ 3437664 h 3777384"/>
              <a:gd name="connsiteX7" fmla="*/ 0 w 2893694"/>
              <a:gd name="connsiteY7" fmla="*/ 339720 h 3777384"/>
              <a:gd name="connsiteX8" fmla="*/ 339720 w 2893694"/>
              <a:gd name="connsiteY8" fmla="*/ 0 h 377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3694" h="3777384">
                <a:moveTo>
                  <a:pt x="339720" y="0"/>
                </a:moveTo>
                <a:lnTo>
                  <a:pt x="2553974" y="0"/>
                </a:lnTo>
                <a:cubicBezTo>
                  <a:pt x="2741596" y="0"/>
                  <a:pt x="2893694" y="152098"/>
                  <a:pt x="2893694" y="339720"/>
                </a:cubicBezTo>
                <a:lnTo>
                  <a:pt x="2893694" y="3437664"/>
                </a:lnTo>
                <a:cubicBezTo>
                  <a:pt x="2893694" y="3625286"/>
                  <a:pt x="2741596" y="3777384"/>
                  <a:pt x="2553974" y="3777384"/>
                </a:cubicBezTo>
                <a:lnTo>
                  <a:pt x="339720" y="3777384"/>
                </a:lnTo>
                <a:cubicBezTo>
                  <a:pt x="152098" y="3777384"/>
                  <a:pt x="0" y="3625286"/>
                  <a:pt x="0" y="3437664"/>
                </a:cubicBezTo>
                <a:lnTo>
                  <a:pt x="0" y="339720"/>
                </a:lnTo>
                <a:cubicBezTo>
                  <a:pt x="0" y="152098"/>
                  <a:pt x="152098" y="0"/>
                  <a:pt x="33972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762096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8CFD6B9-3AAC-144C-07AB-0936713500FB}"/>
              </a:ext>
            </a:extLst>
          </p:cNvPr>
          <p:cNvSpPr>
            <a:spLocks noGrp="1"/>
          </p:cNvSpPr>
          <p:nvPr>
            <p:ph type="pic" sz="quarter" idx="10"/>
          </p:nvPr>
        </p:nvSpPr>
        <p:spPr>
          <a:xfrm>
            <a:off x="6586025" y="961662"/>
            <a:ext cx="3179566" cy="4600940"/>
          </a:xfrm>
          <a:custGeom>
            <a:avLst/>
            <a:gdLst>
              <a:gd name="connsiteX0" fmla="*/ 1589783 w 3179566"/>
              <a:gd name="connsiteY0" fmla="*/ 0 h 4600940"/>
              <a:gd name="connsiteX1" fmla="*/ 2639930 w 3179566"/>
              <a:gd name="connsiteY1" fmla="*/ 0 h 4600940"/>
              <a:gd name="connsiteX2" fmla="*/ 3179566 w 3179566"/>
              <a:gd name="connsiteY2" fmla="*/ 539636 h 4600940"/>
              <a:gd name="connsiteX3" fmla="*/ 3179566 w 3179566"/>
              <a:gd name="connsiteY3" fmla="*/ 3011157 h 4600940"/>
              <a:gd name="connsiteX4" fmla="*/ 1589783 w 3179566"/>
              <a:gd name="connsiteY4" fmla="*/ 4600940 h 4600940"/>
              <a:gd name="connsiteX5" fmla="*/ 539636 w 3179566"/>
              <a:gd name="connsiteY5" fmla="*/ 4600940 h 4600940"/>
              <a:gd name="connsiteX6" fmla="*/ 0 w 3179566"/>
              <a:gd name="connsiteY6" fmla="*/ 4061304 h 4600940"/>
              <a:gd name="connsiteX7" fmla="*/ 0 w 3179566"/>
              <a:gd name="connsiteY7" fmla="*/ 1589783 h 4600940"/>
              <a:gd name="connsiteX8" fmla="*/ 1589783 w 3179566"/>
              <a:gd name="connsiteY8" fmla="*/ 0 h 460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66" h="4600940">
                <a:moveTo>
                  <a:pt x="1589783" y="0"/>
                </a:moveTo>
                <a:lnTo>
                  <a:pt x="2639930" y="0"/>
                </a:lnTo>
                <a:cubicBezTo>
                  <a:pt x="2937963" y="0"/>
                  <a:pt x="3179566" y="241603"/>
                  <a:pt x="3179566" y="539636"/>
                </a:cubicBezTo>
                <a:lnTo>
                  <a:pt x="3179566" y="3011157"/>
                </a:lnTo>
                <a:cubicBezTo>
                  <a:pt x="3179566" y="3889170"/>
                  <a:pt x="2467796" y="4600940"/>
                  <a:pt x="1589783" y="4600940"/>
                </a:cubicBezTo>
                <a:lnTo>
                  <a:pt x="539636" y="4600940"/>
                </a:lnTo>
                <a:cubicBezTo>
                  <a:pt x="241603" y="4600940"/>
                  <a:pt x="0" y="4359337"/>
                  <a:pt x="0" y="4061304"/>
                </a:cubicBezTo>
                <a:lnTo>
                  <a:pt x="0" y="1589783"/>
                </a:lnTo>
                <a:cubicBezTo>
                  <a:pt x="0" y="711770"/>
                  <a:pt x="711770" y="0"/>
                  <a:pt x="158978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81328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6161EAA-03DD-4C95-78E3-54760CD09AD3}"/>
              </a:ext>
            </a:extLst>
          </p:cNvPr>
          <p:cNvSpPr>
            <a:spLocks noGrp="1"/>
          </p:cNvSpPr>
          <p:nvPr>
            <p:ph type="pic" sz="quarter" idx="10"/>
          </p:nvPr>
        </p:nvSpPr>
        <p:spPr>
          <a:xfrm>
            <a:off x="4839762" y="685800"/>
            <a:ext cx="2993931" cy="5486400"/>
          </a:xfrm>
          <a:custGeom>
            <a:avLst/>
            <a:gdLst>
              <a:gd name="connsiteX0" fmla="*/ 498998 w 2993931"/>
              <a:gd name="connsiteY0" fmla="*/ 0 h 5486400"/>
              <a:gd name="connsiteX1" fmla="*/ 2494933 w 2993931"/>
              <a:gd name="connsiteY1" fmla="*/ 0 h 5486400"/>
              <a:gd name="connsiteX2" fmla="*/ 2993931 w 2993931"/>
              <a:gd name="connsiteY2" fmla="*/ 498998 h 5486400"/>
              <a:gd name="connsiteX3" fmla="*/ 2993931 w 2993931"/>
              <a:gd name="connsiteY3" fmla="*/ 4987402 h 5486400"/>
              <a:gd name="connsiteX4" fmla="*/ 2494933 w 2993931"/>
              <a:gd name="connsiteY4" fmla="*/ 5486400 h 5486400"/>
              <a:gd name="connsiteX5" fmla="*/ 498998 w 2993931"/>
              <a:gd name="connsiteY5" fmla="*/ 5486400 h 5486400"/>
              <a:gd name="connsiteX6" fmla="*/ 0 w 2993931"/>
              <a:gd name="connsiteY6" fmla="*/ 4987402 h 5486400"/>
              <a:gd name="connsiteX7" fmla="*/ 0 w 2993931"/>
              <a:gd name="connsiteY7" fmla="*/ 498998 h 5486400"/>
              <a:gd name="connsiteX8" fmla="*/ 498998 w 2993931"/>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3931" h="5486400">
                <a:moveTo>
                  <a:pt x="498998" y="0"/>
                </a:moveTo>
                <a:lnTo>
                  <a:pt x="2494933" y="0"/>
                </a:lnTo>
                <a:cubicBezTo>
                  <a:pt x="2770522" y="0"/>
                  <a:pt x="2993931" y="223409"/>
                  <a:pt x="2993931" y="498998"/>
                </a:cubicBezTo>
                <a:lnTo>
                  <a:pt x="2993931" y="4987402"/>
                </a:lnTo>
                <a:cubicBezTo>
                  <a:pt x="2993931" y="5262991"/>
                  <a:pt x="2770522" y="5486400"/>
                  <a:pt x="2494933" y="5486400"/>
                </a:cubicBezTo>
                <a:lnTo>
                  <a:pt x="498998" y="5486400"/>
                </a:lnTo>
                <a:cubicBezTo>
                  <a:pt x="223409" y="5486400"/>
                  <a:pt x="0" y="5262991"/>
                  <a:pt x="0" y="4987402"/>
                </a:cubicBezTo>
                <a:lnTo>
                  <a:pt x="0" y="498998"/>
                </a:lnTo>
                <a:cubicBezTo>
                  <a:pt x="0" y="223409"/>
                  <a:pt x="223409" y="0"/>
                  <a:pt x="49899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AAC808-EEEC-2972-91C6-C4E2DF5E1ACA}"/>
              </a:ext>
            </a:extLst>
          </p:cNvPr>
          <p:cNvSpPr>
            <a:spLocks noGrp="1"/>
          </p:cNvSpPr>
          <p:nvPr>
            <p:ph type="pic" sz="quarter" idx="11"/>
          </p:nvPr>
        </p:nvSpPr>
        <p:spPr>
          <a:xfrm>
            <a:off x="8131270" y="685800"/>
            <a:ext cx="2993931" cy="3448050"/>
          </a:xfrm>
          <a:custGeom>
            <a:avLst/>
            <a:gdLst>
              <a:gd name="connsiteX0" fmla="*/ 498998 w 2993931"/>
              <a:gd name="connsiteY0" fmla="*/ 0 h 3448050"/>
              <a:gd name="connsiteX1" fmla="*/ 2494933 w 2993931"/>
              <a:gd name="connsiteY1" fmla="*/ 0 h 3448050"/>
              <a:gd name="connsiteX2" fmla="*/ 2993931 w 2993931"/>
              <a:gd name="connsiteY2" fmla="*/ 498998 h 3448050"/>
              <a:gd name="connsiteX3" fmla="*/ 2993931 w 2993931"/>
              <a:gd name="connsiteY3" fmla="*/ 2949052 h 3448050"/>
              <a:gd name="connsiteX4" fmla="*/ 2494933 w 2993931"/>
              <a:gd name="connsiteY4" fmla="*/ 3448050 h 3448050"/>
              <a:gd name="connsiteX5" fmla="*/ 498998 w 2993931"/>
              <a:gd name="connsiteY5" fmla="*/ 3448050 h 3448050"/>
              <a:gd name="connsiteX6" fmla="*/ 0 w 2993931"/>
              <a:gd name="connsiteY6" fmla="*/ 2949052 h 3448050"/>
              <a:gd name="connsiteX7" fmla="*/ 0 w 2993931"/>
              <a:gd name="connsiteY7" fmla="*/ 498998 h 3448050"/>
              <a:gd name="connsiteX8" fmla="*/ 498998 w 2993931"/>
              <a:gd name="connsiteY8" fmla="*/ 0 h 344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3931" h="3448050">
                <a:moveTo>
                  <a:pt x="498998" y="0"/>
                </a:moveTo>
                <a:lnTo>
                  <a:pt x="2494933" y="0"/>
                </a:lnTo>
                <a:cubicBezTo>
                  <a:pt x="2770522" y="0"/>
                  <a:pt x="2993931" y="223409"/>
                  <a:pt x="2993931" y="498998"/>
                </a:cubicBezTo>
                <a:lnTo>
                  <a:pt x="2993931" y="2949052"/>
                </a:lnTo>
                <a:cubicBezTo>
                  <a:pt x="2993931" y="3224641"/>
                  <a:pt x="2770522" y="3448050"/>
                  <a:pt x="2494933" y="3448050"/>
                </a:cubicBezTo>
                <a:lnTo>
                  <a:pt x="498998" y="3448050"/>
                </a:lnTo>
                <a:cubicBezTo>
                  <a:pt x="223409" y="3448050"/>
                  <a:pt x="0" y="3224641"/>
                  <a:pt x="0" y="2949052"/>
                </a:cubicBezTo>
                <a:lnTo>
                  <a:pt x="0" y="498998"/>
                </a:lnTo>
                <a:cubicBezTo>
                  <a:pt x="0" y="223409"/>
                  <a:pt x="223409" y="0"/>
                  <a:pt x="49899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71049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3A08D48-EE28-9993-D4AD-0124D3AFA36B}"/>
              </a:ext>
            </a:extLst>
          </p:cNvPr>
          <p:cNvSpPr>
            <a:spLocks noGrp="1"/>
          </p:cNvSpPr>
          <p:nvPr>
            <p:ph type="pic" sz="quarter" idx="10"/>
          </p:nvPr>
        </p:nvSpPr>
        <p:spPr>
          <a:xfrm>
            <a:off x="4936793" y="1342560"/>
            <a:ext cx="3634609" cy="4832795"/>
          </a:xfrm>
          <a:custGeom>
            <a:avLst/>
            <a:gdLst>
              <a:gd name="connsiteX0" fmla="*/ 2225840 w 3634609"/>
              <a:gd name="connsiteY0" fmla="*/ 828 h 4832795"/>
              <a:gd name="connsiteX1" fmla="*/ 2700577 w 3634609"/>
              <a:gd name="connsiteY1" fmla="*/ 343461 h 4832795"/>
              <a:gd name="connsiteX2" fmla="*/ 3618710 w 3634609"/>
              <a:gd name="connsiteY2" fmla="*/ 3769978 h 4832795"/>
              <a:gd name="connsiteX3" fmla="*/ 3291150 w 3634609"/>
              <a:gd name="connsiteY3" fmla="*/ 4337329 h 4832795"/>
              <a:gd name="connsiteX4" fmla="*/ 1501383 w 3634609"/>
              <a:gd name="connsiteY4" fmla="*/ 4816896 h 4832795"/>
              <a:gd name="connsiteX5" fmla="*/ 934032 w 3634609"/>
              <a:gd name="connsiteY5" fmla="*/ 4489336 h 4832795"/>
              <a:gd name="connsiteX6" fmla="*/ 15900 w 3634609"/>
              <a:gd name="connsiteY6" fmla="*/ 1062818 h 4832795"/>
              <a:gd name="connsiteX7" fmla="*/ 343460 w 3634609"/>
              <a:gd name="connsiteY7" fmla="*/ 495467 h 4832795"/>
              <a:gd name="connsiteX8" fmla="*/ 2133227 w 3634609"/>
              <a:gd name="connsiteY8" fmla="*/ 15901 h 4832795"/>
              <a:gd name="connsiteX9" fmla="*/ 2225840 w 3634609"/>
              <a:gd name="connsiteY9" fmla="*/ 828 h 4832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4609" h="4832795">
                <a:moveTo>
                  <a:pt x="2225840" y="828"/>
                </a:moveTo>
                <a:cubicBezTo>
                  <a:pt x="2440918" y="-12082"/>
                  <a:pt x="2642638" y="127229"/>
                  <a:pt x="2700577" y="343461"/>
                </a:cubicBezTo>
                <a:lnTo>
                  <a:pt x="3618710" y="3769978"/>
                </a:lnTo>
                <a:cubicBezTo>
                  <a:pt x="3684926" y="4017101"/>
                  <a:pt x="3538272" y="4271113"/>
                  <a:pt x="3291150" y="4337329"/>
                </a:cubicBezTo>
                <a:lnTo>
                  <a:pt x="1501383" y="4816896"/>
                </a:lnTo>
                <a:cubicBezTo>
                  <a:pt x="1254260" y="4883112"/>
                  <a:pt x="1000248" y="4736458"/>
                  <a:pt x="934032" y="4489336"/>
                </a:cubicBezTo>
                <a:lnTo>
                  <a:pt x="15900" y="1062818"/>
                </a:lnTo>
                <a:cubicBezTo>
                  <a:pt x="-50317" y="815696"/>
                  <a:pt x="96337" y="561683"/>
                  <a:pt x="343460" y="495467"/>
                </a:cubicBezTo>
                <a:lnTo>
                  <a:pt x="2133227" y="15901"/>
                </a:lnTo>
                <a:cubicBezTo>
                  <a:pt x="2164117" y="7624"/>
                  <a:pt x="2195115" y="2673"/>
                  <a:pt x="2225840" y="828"/>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7964C59-6A08-8712-EA65-2852A2D07778}"/>
              </a:ext>
            </a:extLst>
          </p:cNvPr>
          <p:cNvSpPr>
            <a:spLocks noGrp="1"/>
          </p:cNvSpPr>
          <p:nvPr>
            <p:ph type="pic" sz="quarter" idx="11"/>
          </p:nvPr>
        </p:nvSpPr>
        <p:spPr>
          <a:xfrm>
            <a:off x="7901732" y="682647"/>
            <a:ext cx="3634609" cy="4832795"/>
          </a:xfrm>
          <a:custGeom>
            <a:avLst/>
            <a:gdLst>
              <a:gd name="connsiteX0" fmla="*/ 2225840 w 3634609"/>
              <a:gd name="connsiteY0" fmla="*/ 828 h 4832795"/>
              <a:gd name="connsiteX1" fmla="*/ 2700577 w 3634609"/>
              <a:gd name="connsiteY1" fmla="*/ 343461 h 4832795"/>
              <a:gd name="connsiteX2" fmla="*/ 3618710 w 3634609"/>
              <a:gd name="connsiteY2" fmla="*/ 3769978 h 4832795"/>
              <a:gd name="connsiteX3" fmla="*/ 3291150 w 3634609"/>
              <a:gd name="connsiteY3" fmla="*/ 4337329 h 4832795"/>
              <a:gd name="connsiteX4" fmla="*/ 1501383 w 3634609"/>
              <a:gd name="connsiteY4" fmla="*/ 4816896 h 4832795"/>
              <a:gd name="connsiteX5" fmla="*/ 934032 w 3634609"/>
              <a:gd name="connsiteY5" fmla="*/ 4489336 h 4832795"/>
              <a:gd name="connsiteX6" fmla="*/ 15900 w 3634609"/>
              <a:gd name="connsiteY6" fmla="*/ 1062818 h 4832795"/>
              <a:gd name="connsiteX7" fmla="*/ 343460 w 3634609"/>
              <a:gd name="connsiteY7" fmla="*/ 495467 h 4832795"/>
              <a:gd name="connsiteX8" fmla="*/ 2133226 w 3634609"/>
              <a:gd name="connsiteY8" fmla="*/ 15901 h 4832795"/>
              <a:gd name="connsiteX9" fmla="*/ 2225840 w 3634609"/>
              <a:gd name="connsiteY9" fmla="*/ 828 h 4832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4609" h="4832795">
                <a:moveTo>
                  <a:pt x="2225840" y="828"/>
                </a:moveTo>
                <a:cubicBezTo>
                  <a:pt x="2440918" y="-12082"/>
                  <a:pt x="2642638" y="127229"/>
                  <a:pt x="2700577" y="343461"/>
                </a:cubicBezTo>
                <a:lnTo>
                  <a:pt x="3618710" y="3769978"/>
                </a:lnTo>
                <a:cubicBezTo>
                  <a:pt x="3684926" y="4017101"/>
                  <a:pt x="3538272" y="4271113"/>
                  <a:pt x="3291150" y="4337329"/>
                </a:cubicBezTo>
                <a:lnTo>
                  <a:pt x="1501383" y="4816896"/>
                </a:lnTo>
                <a:cubicBezTo>
                  <a:pt x="1254260" y="4883112"/>
                  <a:pt x="1000248" y="4736458"/>
                  <a:pt x="934032" y="4489336"/>
                </a:cubicBezTo>
                <a:lnTo>
                  <a:pt x="15900" y="1062818"/>
                </a:lnTo>
                <a:cubicBezTo>
                  <a:pt x="-50317" y="815696"/>
                  <a:pt x="96337" y="561683"/>
                  <a:pt x="343460" y="495467"/>
                </a:cubicBezTo>
                <a:lnTo>
                  <a:pt x="2133226" y="15901"/>
                </a:lnTo>
                <a:cubicBezTo>
                  <a:pt x="2164116" y="7624"/>
                  <a:pt x="2195114" y="2673"/>
                  <a:pt x="2225840" y="828"/>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496453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599A3B2-ED0D-5BD9-2F1E-444C7EA8B168}"/>
              </a:ext>
            </a:extLst>
          </p:cNvPr>
          <p:cNvSpPr>
            <a:spLocks noGrp="1"/>
          </p:cNvSpPr>
          <p:nvPr>
            <p:ph type="pic" sz="quarter" idx="10"/>
          </p:nvPr>
        </p:nvSpPr>
        <p:spPr>
          <a:xfrm>
            <a:off x="4828876" y="702428"/>
            <a:ext cx="3322990" cy="5469772"/>
          </a:xfrm>
          <a:custGeom>
            <a:avLst/>
            <a:gdLst>
              <a:gd name="connsiteX0" fmla="*/ 553843 w 3322990"/>
              <a:gd name="connsiteY0" fmla="*/ 0 h 5469772"/>
              <a:gd name="connsiteX1" fmla="*/ 2769147 w 3322990"/>
              <a:gd name="connsiteY1" fmla="*/ 0 h 5469772"/>
              <a:gd name="connsiteX2" fmla="*/ 3322990 w 3322990"/>
              <a:gd name="connsiteY2" fmla="*/ 553843 h 5469772"/>
              <a:gd name="connsiteX3" fmla="*/ 3322990 w 3322990"/>
              <a:gd name="connsiteY3" fmla="*/ 4915929 h 5469772"/>
              <a:gd name="connsiteX4" fmla="*/ 2769147 w 3322990"/>
              <a:gd name="connsiteY4" fmla="*/ 5469772 h 5469772"/>
              <a:gd name="connsiteX5" fmla="*/ 553843 w 3322990"/>
              <a:gd name="connsiteY5" fmla="*/ 5469772 h 5469772"/>
              <a:gd name="connsiteX6" fmla="*/ 0 w 3322990"/>
              <a:gd name="connsiteY6" fmla="*/ 4915929 h 5469772"/>
              <a:gd name="connsiteX7" fmla="*/ 0 w 3322990"/>
              <a:gd name="connsiteY7" fmla="*/ 553843 h 5469772"/>
              <a:gd name="connsiteX8" fmla="*/ 553843 w 3322990"/>
              <a:gd name="connsiteY8" fmla="*/ 0 h 546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2990" h="5469772">
                <a:moveTo>
                  <a:pt x="553843" y="0"/>
                </a:moveTo>
                <a:lnTo>
                  <a:pt x="2769147" y="0"/>
                </a:lnTo>
                <a:cubicBezTo>
                  <a:pt x="3075026" y="0"/>
                  <a:pt x="3322990" y="247964"/>
                  <a:pt x="3322990" y="553843"/>
                </a:cubicBezTo>
                <a:lnTo>
                  <a:pt x="3322990" y="4915929"/>
                </a:lnTo>
                <a:cubicBezTo>
                  <a:pt x="3322990" y="5221808"/>
                  <a:pt x="3075026" y="5469772"/>
                  <a:pt x="2769147" y="5469772"/>
                </a:cubicBezTo>
                <a:lnTo>
                  <a:pt x="553843" y="5469772"/>
                </a:lnTo>
                <a:cubicBezTo>
                  <a:pt x="247964" y="5469772"/>
                  <a:pt x="0" y="5221808"/>
                  <a:pt x="0" y="4915929"/>
                </a:cubicBezTo>
                <a:lnTo>
                  <a:pt x="0" y="553843"/>
                </a:lnTo>
                <a:cubicBezTo>
                  <a:pt x="0" y="247964"/>
                  <a:pt x="247964" y="0"/>
                  <a:pt x="55384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968923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Bootstrap">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1FA78D7-8F57-F5CC-577B-DB30E5E3BF72}"/>
              </a:ext>
            </a:extLst>
          </p:cNvPr>
          <p:cNvSpPr>
            <a:spLocks noGrp="1"/>
          </p:cNvSpPr>
          <p:nvPr>
            <p:ph type="pic" sz="quarter" idx="10"/>
          </p:nvPr>
        </p:nvSpPr>
        <p:spPr>
          <a:xfrm>
            <a:off x="1066801" y="3767158"/>
            <a:ext cx="1876539" cy="2401677"/>
          </a:xfrm>
          <a:custGeom>
            <a:avLst/>
            <a:gdLst>
              <a:gd name="connsiteX0" fmla="*/ 312763 w 1876539"/>
              <a:gd name="connsiteY0" fmla="*/ 0 h 2401677"/>
              <a:gd name="connsiteX1" fmla="*/ 1563776 w 1876539"/>
              <a:gd name="connsiteY1" fmla="*/ 0 h 2401677"/>
              <a:gd name="connsiteX2" fmla="*/ 1876539 w 1876539"/>
              <a:gd name="connsiteY2" fmla="*/ 312763 h 2401677"/>
              <a:gd name="connsiteX3" fmla="*/ 1876539 w 1876539"/>
              <a:gd name="connsiteY3" fmla="*/ 2088914 h 2401677"/>
              <a:gd name="connsiteX4" fmla="*/ 1563776 w 1876539"/>
              <a:gd name="connsiteY4" fmla="*/ 2401677 h 2401677"/>
              <a:gd name="connsiteX5" fmla="*/ 312763 w 1876539"/>
              <a:gd name="connsiteY5" fmla="*/ 2401677 h 2401677"/>
              <a:gd name="connsiteX6" fmla="*/ 0 w 1876539"/>
              <a:gd name="connsiteY6" fmla="*/ 2088914 h 2401677"/>
              <a:gd name="connsiteX7" fmla="*/ 0 w 1876539"/>
              <a:gd name="connsiteY7" fmla="*/ 312763 h 2401677"/>
              <a:gd name="connsiteX8" fmla="*/ 312763 w 1876539"/>
              <a:gd name="connsiteY8" fmla="*/ 0 h 2401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6539" h="2401677">
                <a:moveTo>
                  <a:pt x="312763" y="0"/>
                </a:moveTo>
                <a:lnTo>
                  <a:pt x="1563776" y="0"/>
                </a:lnTo>
                <a:cubicBezTo>
                  <a:pt x="1736510" y="0"/>
                  <a:pt x="1876539" y="140029"/>
                  <a:pt x="1876539" y="312763"/>
                </a:cubicBezTo>
                <a:lnTo>
                  <a:pt x="1876539" y="2088914"/>
                </a:lnTo>
                <a:cubicBezTo>
                  <a:pt x="1876539" y="2261648"/>
                  <a:pt x="1736510" y="2401677"/>
                  <a:pt x="1563776" y="2401677"/>
                </a:cubicBezTo>
                <a:lnTo>
                  <a:pt x="312763" y="2401677"/>
                </a:lnTo>
                <a:cubicBezTo>
                  <a:pt x="140029" y="2401677"/>
                  <a:pt x="0" y="2261648"/>
                  <a:pt x="0" y="2088914"/>
                </a:cubicBezTo>
                <a:lnTo>
                  <a:pt x="0" y="312763"/>
                </a:lnTo>
                <a:cubicBezTo>
                  <a:pt x="0" y="140029"/>
                  <a:pt x="140029" y="0"/>
                  <a:pt x="31276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0" name="Picture Placeholder 9">
            <a:extLst>
              <a:ext uri="{FF2B5EF4-FFF2-40B4-BE49-F238E27FC236}">
                <a16:creationId xmlns:a16="http://schemas.microsoft.com/office/drawing/2014/main" id="{DA272FFB-F1ED-6BBF-3979-58BCEAA7FFA7}"/>
              </a:ext>
            </a:extLst>
          </p:cNvPr>
          <p:cNvSpPr>
            <a:spLocks noGrp="1"/>
          </p:cNvSpPr>
          <p:nvPr>
            <p:ph type="pic" sz="quarter" idx="11"/>
          </p:nvPr>
        </p:nvSpPr>
        <p:spPr>
          <a:xfrm>
            <a:off x="3112264" y="3183569"/>
            <a:ext cx="1876539" cy="2401677"/>
          </a:xfrm>
          <a:custGeom>
            <a:avLst/>
            <a:gdLst>
              <a:gd name="connsiteX0" fmla="*/ 312763 w 1876539"/>
              <a:gd name="connsiteY0" fmla="*/ 0 h 2401677"/>
              <a:gd name="connsiteX1" fmla="*/ 1563776 w 1876539"/>
              <a:gd name="connsiteY1" fmla="*/ 0 h 2401677"/>
              <a:gd name="connsiteX2" fmla="*/ 1876539 w 1876539"/>
              <a:gd name="connsiteY2" fmla="*/ 312763 h 2401677"/>
              <a:gd name="connsiteX3" fmla="*/ 1876539 w 1876539"/>
              <a:gd name="connsiteY3" fmla="*/ 2088914 h 2401677"/>
              <a:gd name="connsiteX4" fmla="*/ 1563776 w 1876539"/>
              <a:gd name="connsiteY4" fmla="*/ 2401677 h 2401677"/>
              <a:gd name="connsiteX5" fmla="*/ 312763 w 1876539"/>
              <a:gd name="connsiteY5" fmla="*/ 2401677 h 2401677"/>
              <a:gd name="connsiteX6" fmla="*/ 0 w 1876539"/>
              <a:gd name="connsiteY6" fmla="*/ 2088914 h 2401677"/>
              <a:gd name="connsiteX7" fmla="*/ 0 w 1876539"/>
              <a:gd name="connsiteY7" fmla="*/ 312763 h 2401677"/>
              <a:gd name="connsiteX8" fmla="*/ 312763 w 1876539"/>
              <a:gd name="connsiteY8" fmla="*/ 0 h 2401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6539" h="2401677">
                <a:moveTo>
                  <a:pt x="312763" y="0"/>
                </a:moveTo>
                <a:lnTo>
                  <a:pt x="1563776" y="0"/>
                </a:lnTo>
                <a:cubicBezTo>
                  <a:pt x="1736510" y="0"/>
                  <a:pt x="1876539" y="140029"/>
                  <a:pt x="1876539" y="312763"/>
                </a:cubicBezTo>
                <a:lnTo>
                  <a:pt x="1876539" y="2088914"/>
                </a:lnTo>
                <a:cubicBezTo>
                  <a:pt x="1876539" y="2261648"/>
                  <a:pt x="1736510" y="2401677"/>
                  <a:pt x="1563776" y="2401677"/>
                </a:cubicBezTo>
                <a:lnTo>
                  <a:pt x="312763" y="2401677"/>
                </a:lnTo>
                <a:cubicBezTo>
                  <a:pt x="140029" y="2401677"/>
                  <a:pt x="0" y="2261648"/>
                  <a:pt x="0" y="2088914"/>
                </a:cubicBezTo>
                <a:lnTo>
                  <a:pt x="0" y="312763"/>
                </a:lnTo>
                <a:cubicBezTo>
                  <a:pt x="0" y="140029"/>
                  <a:pt x="140029" y="0"/>
                  <a:pt x="31276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1" name="Picture Placeholder 10">
            <a:extLst>
              <a:ext uri="{FF2B5EF4-FFF2-40B4-BE49-F238E27FC236}">
                <a16:creationId xmlns:a16="http://schemas.microsoft.com/office/drawing/2014/main" id="{03CB9926-CA32-FD96-49C6-2A24A182BB3D}"/>
              </a:ext>
            </a:extLst>
          </p:cNvPr>
          <p:cNvSpPr>
            <a:spLocks noGrp="1"/>
          </p:cNvSpPr>
          <p:nvPr>
            <p:ph type="pic" sz="quarter" idx="12"/>
          </p:nvPr>
        </p:nvSpPr>
        <p:spPr>
          <a:xfrm>
            <a:off x="5157729" y="3539168"/>
            <a:ext cx="1876539" cy="2401677"/>
          </a:xfrm>
          <a:custGeom>
            <a:avLst/>
            <a:gdLst>
              <a:gd name="connsiteX0" fmla="*/ 312763 w 1876539"/>
              <a:gd name="connsiteY0" fmla="*/ 0 h 2401677"/>
              <a:gd name="connsiteX1" fmla="*/ 1563776 w 1876539"/>
              <a:gd name="connsiteY1" fmla="*/ 0 h 2401677"/>
              <a:gd name="connsiteX2" fmla="*/ 1876539 w 1876539"/>
              <a:gd name="connsiteY2" fmla="*/ 312763 h 2401677"/>
              <a:gd name="connsiteX3" fmla="*/ 1876539 w 1876539"/>
              <a:gd name="connsiteY3" fmla="*/ 2088914 h 2401677"/>
              <a:gd name="connsiteX4" fmla="*/ 1563776 w 1876539"/>
              <a:gd name="connsiteY4" fmla="*/ 2401677 h 2401677"/>
              <a:gd name="connsiteX5" fmla="*/ 312763 w 1876539"/>
              <a:gd name="connsiteY5" fmla="*/ 2401677 h 2401677"/>
              <a:gd name="connsiteX6" fmla="*/ 0 w 1876539"/>
              <a:gd name="connsiteY6" fmla="*/ 2088914 h 2401677"/>
              <a:gd name="connsiteX7" fmla="*/ 0 w 1876539"/>
              <a:gd name="connsiteY7" fmla="*/ 312763 h 2401677"/>
              <a:gd name="connsiteX8" fmla="*/ 312763 w 1876539"/>
              <a:gd name="connsiteY8" fmla="*/ 0 h 2401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6539" h="2401677">
                <a:moveTo>
                  <a:pt x="312763" y="0"/>
                </a:moveTo>
                <a:lnTo>
                  <a:pt x="1563776" y="0"/>
                </a:lnTo>
                <a:cubicBezTo>
                  <a:pt x="1736510" y="0"/>
                  <a:pt x="1876539" y="140029"/>
                  <a:pt x="1876539" y="312763"/>
                </a:cubicBezTo>
                <a:lnTo>
                  <a:pt x="1876539" y="2088914"/>
                </a:lnTo>
                <a:cubicBezTo>
                  <a:pt x="1876539" y="2261648"/>
                  <a:pt x="1736510" y="2401677"/>
                  <a:pt x="1563776" y="2401677"/>
                </a:cubicBezTo>
                <a:lnTo>
                  <a:pt x="312763" y="2401677"/>
                </a:lnTo>
                <a:cubicBezTo>
                  <a:pt x="140029" y="2401677"/>
                  <a:pt x="0" y="2261648"/>
                  <a:pt x="0" y="2088914"/>
                </a:cubicBezTo>
                <a:lnTo>
                  <a:pt x="0" y="312763"/>
                </a:lnTo>
                <a:cubicBezTo>
                  <a:pt x="0" y="140029"/>
                  <a:pt x="140029" y="0"/>
                  <a:pt x="31276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2" name="Picture Placeholder 11">
            <a:extLst>
              <a:ext uri="{FF2B5EF4-FFF2-40B4-BE49-F238E27FC236}">
                <a16:creationId xmlns:a16="http://schemas.microsoft.com/office/drawing/2014/main" id="{8607C4ED-1B16-202C-D7AF-206955F531BA}"/>
              </a:ext>
            </a:extLst>
          </p:cNvPr>
          <p:cNvSpPr>
            <a:spLocks noGrp="1"/>
          </p:cNvSpPr>
          <p:nvPr>
            <p:ph type="pic" sz="quarter" idx="13"/>
          </p:nvPr>
        </p:nvSpPr>
        <p:spPr>
          <a:xfrm>
            <a:off x="7203195" y="2922225"/>
            <a:ext cx="1876539" cy="2401677"/>
          </a:xfrm>
          <a:custGeom>
            <a:avLst/>
            <a:gdLst>
              <a:gd name="connsiteX0" fmla="*/ 312763 w 1876539"/>
              <a:gd name="connsiteY0" fmla="*/ 0 h 2401677"/>
              <a:gd name="connsiteX1" fmla="*/ 1563776 w 1876539"/>
              <a:gd name="connsiteY1" fmla="*/ 0 h 2401677"/>
              <a:gd name="connsiteX2" fmla="*/ 1876539 w 1876539"/>
              <a:gd name="connsiteY2" fmla="*/ 312763 h 2401677"/>
              <a:gd name="connsiteX3" fmla="*/ 1876539 w 1876539"/>
              <a:gd name="connsiteY3" fmla="*/ 2088914 h 2401677"/>
              <a:gd name="connsiteX4" fmla="*/ 1563776 w 1876539"/>
              <a:gd name="connsiteY4" fmla="*/ 2401677 h 2401677"/>
              <a:gd name="connsiteX5" fmla="*/ 312763 w 1876539"/>
              <a:gd name="connsiteY5" fmla="*/ 2401677 h 2401677"/>
              <a:gd name="connsiteX6" fmla="*/ 0 w 1876539"/>
              <a:gd name="connsiteY6" fmla="*/ 2088914 h 2401677"/>
              <a:gd name="connsiteX7" fmla="*/ 0 w 1876539"/>
              <a:gd name="connsiteY7" fmla="*/ 312763 h 2401677"/>
              <a:gd name="connsiteX8" fmla="*/ 312763 w 1876539"/>
              <a:gd name="connsiteY8" fmla="*/ 0 h 2401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6539" h="2401677">
                <a:moveTo>
                  <a:pt x="312763" y="0"/>
                </a:moveTo>
                <a:lnTo>
                  <a:pt x="1563776" y="0"/>
                </a:lnTo>
                <a:cubicBezTo>
                  <a:pt x="1736510" y="0"/>
                  <a:pt x="1876539" y="140029"/>
                  <a:pt x="1876539" y="312763"/>
                </a:cubicBezTo>
                <a:lnTo>
                  <a:pt x="1876539" y="2088914"/>
                </a:lnTo>
                <a:cubicBezTo>
                  <a:pt x="1876539" y="2261648"/>
                  <a:pt x="1736510" y="2401677"/>
                  <a:pt x="1563776" y="2401677"/>
                </a:cubicBezTo>
                <a:lnTo>
                  <a:pt x="312763" y="2401677"/>
                </a:lnTo>
                <a:cubicBezTo>
                  <a:pt x="140029" y="2401677"/>
                  <a:pt x="0" y="2261648"/>
                  <a:pt x="0" y="2088914"/>
                </a:cubicBezTo>
                <a:lnTo>
                  <a:pt x="0" y="312763"/>
                </a:lnTo>
                <a:cubicBezTo>
                  <a:pt x="0" y="140029"/>
                  <a:pt x="140029" y="0"/>
                  <a:pt x="31276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3" name="Picture Placeholder 12">
            <a:extLst>
              <a:ext uri="{FF2B5EF4-FFF2-40B4-BE49-F238E27FC236}">
                <a16:creationId xmlns:a16="http://schemas.microsoft.com/office/drawing/2014/main" id="{7DB0B994-ABB8-2CCB-BC73-65989766DBD2}"/>
              </a:ext>
            </a:extLst>
          </p:cNvPr>
          <p:cNvSpPr>
            <a:spLocks noGrp="1"/>
          </p:cNvSpPr>
          <p:nvPr>
            <p:ph type="pic" sz="quarter" idx="14"/>
          </p:nvPr>
        </p:nvSpPr>
        <p:spPr>
          <a:xfrm>
            <a:off x="9248660" y="3429000"/>
            <a:ext cx="1876539" cy="2401677"/>
          </a:xfrm>
          <a:custGeom>
            <a:avLst/>
            <a:gdLst>
              <a:gd name="connsiteX0" fmla="*/ 312763 w 1876539"/>
              <a:gd name="connsiteY0" fmla="*/ 0 h 2401677"/>
              <a:gd name="connsiteX1" fmla="*/ 1563776 w 1876539"/>
              <a:gd name="connsiteY1" fmla="*/ 0 h 2401677"/>
              <a:gd name="connsiteX2" fmla="*/ 1876539 w 1876539"/>
              <a:gd name="connsiteY2" fmla="*/ 312763 h 2401677"/>
              <a:gd name="connsiteX3" fmla="*/ 1876539 w 1876539"/>
              <a:gd name="connsiteY3" fmla="*/ 2088914 h 2401677"/>
              <a:gd name="connsiteX4" fmla="*/ 1563776 w 1876539"/>
              <a:gd name="connsiteY4" fmla="*/ 2401677 h 2401677"/>
              <a:gd name="connsiteX5" fmla="*/ 312763 w 1876539"/>
              <a:gd name="connsiteY5" fmla="*/ 2401677 h 2401677"/>
              <a:gd name="connsiteX6" fmla="*/ 0 w 1876539"/>
              <a:gd name="connsiteY6" fmla="*/ 2088914 h 2401677"/>
              <a:gd name="connsiteX7" fmla="*/ 0 w 1876539"/>
              <a:gd name="connsiteY7" fmla="*/ 312763 h 2401677"/>
              <a:gd name="connsiteX8" fmla="*/ 312763 w 1876539"/>
              <a:gd name="connsiteY8" fmla="*/ 0 h 2401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6539" h="2401677">
                <a:moveTo>
                  <a:pt x="312763" y="0"/>
                </a:moveTo>
                <a:lnTo>
                  <a:pt x="1563776" y="0"/>
                </a:lnTo>
                <a:cubicBezTo>
                  <a:pt x="1736510" y="0"/>
                  <a:pt x="1876539" y="140029"/>
                  <a:pt x="1876539" y="312763"/>
                </a:cubicBezTo>
                <a:lnTo>
                  <a:pt x="1876539" y="2088914"/>
                </a:lnTo>
                <a:cubicBezTo>
                  <a:pt x="1876539" y="2261648"/>
                  <a:pt x="1736510" y="2401677"/>
                  <a:pt x="1563776" y="2401677"/>
                </a:cubicBezTo>
                <a:lnTo>
                  <a:pt x="312763" y="2401677"/>
                </a:lnTo>
                <a:cubicBezTo>
                  <a:pt x="140029" y="2401677"/>
                  <a:pt x="0" y="2261648"/>
                  <a:pt x="0" y="2088914"/>
                </a:cubicBezTo>
                <a:lnTo>
                  <a:pt x="0" y="312763"/>
                </a:lnTo>
                <a:cubicBezTo>
                  <a:pt x="0" y="140029"/>
                  <a:pt x="140029" y="0"/>
                  <a:pt x="31276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434061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Bootstrap">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A872EDF-A731-7644-7B3B-7F40827E3946}"/>
              </a:ext>
            </a:extLst>
          </p:cNvPr>
          <p:cNvSpPr>
            <a:spLocks noGrp="1"/>
          </p:cNvSpPr>
          <p:nvPr>
            <p:ph type="pic" sz="quarter" idx="10"/>
          </p:nvPr>
        </p:nvSpPr>
        <p:spPr>
          <a:xfrm>
            <a:off x="5088560" y="707293"/>
            <a:ext cx="2830732" cy="3999123"/>
          </a:xfrm>
          <a:custGeom>
            <a:avLst/>
            <a:gdLst>
              <a:gd name="connsiteX0" fmla="*/ 251454 w 2830732"/>
              <a:gd name="connsiteY0" fmla="*/ 0 h 3999123"/>
              <a:gd name="connsiteX1" fmla="*/ 1982418 w 2830732"/>
              <a:gd name="connsiteY1" fmla="*/ 0 h 3999123"/>
              <a:gd name="connsiteX2" fmla="*/ 2830732 w 2830732"/>
              <a:gd name="connsiteY2" fmla="*/ 848314 h 3999123"/>
              <a:gd name="connsiteX3" fmla="*/ 2830732 w 2830732"/>
              <a:gd name="connsiteY3" fmla="*/ 3747669 h 3999123"/>
              <a:gd name="connsiteX4" fmla="*/ 2579278 w 2830732"/>
              <a:gd name="connsiteY4" fmla="*/ 3999123 h 3999123"/>
              <a:gd name="connsiteX5" fmla="*/ 848314 w 2830732"/>
              <a:gd name="connsiteY5" fmla="*/ 3999123 h 3999123"/>
              <a:gd name="connsiteX6" fmla="*/ 0 w 2830732"/>
              <a:gd name="connsiteY6" fmla="*/ 3150809 h 3999123"/>
              <a:gd name="connsiteX7" fmla="*/ 0 w 2830732"/>
              <a:gd name="connsiteY7" fmla="*/ 251454 h 3999123"/>
              <a:gd name="connsiteX8" fmla="*/ 251454 w 2830732"/>
              <a:gd name="connsiteY8" fmla="*/ 0 h 399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0732" h="3999123">
                <a:moveTo>
                  <a:pt x="251454" y="0"/>
                </a:moveTo>
                <a:lnTo>
                  <a:pt x="1982418" y="0"/>
                </a:lnTo>
                <a:cubicBezTo>
                  <a:pt x="2450929" y="0"/>
                  <a:pt x="2830732" y="379803"/>
                  <a:pt x="2830732" y="848314"/>
                </a:cubicBezTo>
                <a:lnTo>
                  <a:pt x="2830732" y="3747669"/>
                </a:lnTo>
                <a:cubicBezTo>
                  <a:pt x="2830732" y="3886543"/>
                  <a:pt x="2718152" y="3999123"/>
                  <a:pt x="2579278" y="3999123"/>
                </a:cubicBezTo>
                <a:lnTo>
                  <a:pt x="848314" y="3999123"/>
                </a:lnTo>
                <a:cubicBezTo>
                  <a:pt x="379803" y="3999123"/>
                  <a:pt x="0" y="3619320"/>
                  <a:pt x="0" y="3150809"/>
                </a:cubicBezTo>
                <a:lnTo>
                  <a:pt x="0" y="251454"/>
                </a:lnTo>
                <a:cubicBezTo>
                  <a:pt x="0" y="112580"/>
                  <a:pt x="112580" y="0"/>
                  <a:pt x="25145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6" name="Picture Placeholder 5">
            <a:extLst>
              <a:ext uri="{FF2B5EF4-FFF2-40B4-BE49-F238E27FC236}">
                <a16:creationId xmlns:a16="http://schemas.microsoft.com/office/drawing/2014/main" id="{A6DF0CD6-328A-E6E6-9233-CFDB0EB2B19F}"/>
              </a:ext>
            </a:extLst>
          </p:cNvPr>
          <p:cNvSpPr>
            <a:spLocks noGrp="1"/>
          </p:cNvSpPr>
          <p:nvPr>
            <p:ph type="pic" sz="quarter" idx="11"/>
          </p:nvPr>
        </p:nvSpPr>
        <p:spPr>
          <a:xfrm>
            <a:off x="8294468" y="1654594"/>
            <a:ext cx="2830732" cy="3999123"/>
          </a:xfrm>
          <a:custGeom>
            <a:avLst/>
            <a:gdLst>
              <a:gd name="connsiteX0" fmla="*/ 251454 w 2830732"/>
              <a:gd name="connsiteY0" fmla="*/ 0 h 3999123"/>
              <a:gd name="connsiteX1" fmla="*/ 1982418 w 2830732"/>
              <a:gd name="connsiteY1" fmla="*/ 0 h 3999123"/>
              <a:gd name="connsiteX2" fmla="*/ 2830732 w 2830732"/>
              <a:gd name="connsiteY2" fmla="*/ 848314 h 3999123"/>
              <a:gd name="connsiteX3" fmla="*/ 2830732 w 2830732"/>
              <a:gd name="connsiteY3" fmla="*/ 3747669 h 3999123"/>
              <a:gd name="connsiteX4" fmla="*/ 2579278 w 2830732"/>
              <a:gd name="connsiteY4" fmla="*/ 3999123 h 3999123"/>
              <a:gd name="connsiteX5" fmla="*/ 848314 w 2830732"/>
              <a:gd name="connsiteY5" fmla="*/ 3999123 h 3999123"/>
              <a:gd name="connsiteX6" fmla="*/ 0 w 2830732"/>
              <a:gd name="connsiteY6" fmla="*/ 3150809 h 3999123"/>
              <a:gd name="connsiteX7" fmla="*/ 0 w 2830732"/>
              <a:gd name="connsiteY7" fmla="*/ 251454 h 3999123"/>
              <a:gd name="connsiteX8" fmla="*/ 251454 w 2830732"/>
              <a:gd name="connsiteY8" fmla="*/ 0 h 399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0732" h="3999123">
                <a:moveTo>
                  <a:pt x="251454" y="0"/>
                </a:moveTo>
                <a:lnTo>
                  <a:pt x="1982418" y="0"/>
                </a:lnTo>
                <a:cubicBezTo>
                  <a:pt x="2450929" y="0"/>
                  <a:pt x="2830732" y="379803"/>
                  <a:pt x="2830732" y="848314"/>
                </a:cubicBezTo>
                <a:lnTo>
                  <a:pt x="2830732" y="3747669"/>
                </a:lnTo>
                <a:cubicBezTo>
                  <a:pt x="2830732" y="3886543"/>
                  <a:pt x="2718152" y="3999123"/>
                  <a:pt x="2579278" y="3999123"/>
                </a:cubicBezTo>
                <a:lnTo>
                  <a:pt x="848314" y="3999123"/>
                </a:lnTo>
                <a:cubicBezTo>
                  <a:pt x="379803" y="3999123"/>
                  <a:pt x="0" y="3619320"/>
                  <a:pt x="0" y="3150809"/>
                </a:cubicBezTo>
                <a:lnTo>
                  <a:pt x="0" y="251454"/>
                </a:lnTo>
                <a:cubicBezTo>
                  <a:pt x="0" y="112580"/>
                  <a:pt x="112580" y="0"/>
                  <a:pt x="25145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4098200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Bootstrap">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40126A6-1466-C42B-6AB5-2A00C6B0BF03}"/>
              </a:ext>
            </a:extLst>
          </p:cNvPr>
          <p:cNvSpPr>
            <a:spLocks noGrp="1"/>
          </p:cNvSpPr>
          <p:nvPr>
            <p:ph type="pic" sz="quarter" idx="10"/>
          </p:nvPr>
        </p:nvSpPr>
        <p:spPr>
          <a:xfrm>
            <a:off x="1133587" y="2523198"/>
            <a:ext cx="2250390" cy="2637034"/>
          </a:xfrm>
          <a:custGeom>
            <a:avLst/>
            <a:gdLst>
              <a:gd name="connsiteX0" fmla="*/ 375073 w 2250390"/>
              <a:gd name="connsiteY0" fmla="*/ 0 h 2637034"/>
              <a:gd name="connsiteX1" fmla="*/ 1875317 w 2250390"/>
              <a:gd name="connsiteY1" fmla="*/ 0 h 2637034"/>
              <a:gd name="connsiteX2" fmla="*/ 2250390 w 2250390"/>
              <a:gd name="connsiteY2" fmla="*/ 375073 h 2637034"/>
              <a:gd name="connsiteX3" fmla="*/ 2250390 w 2250390"/>
              <a:gd name="connsiteY3" fmla="*/ 2261961 h 2637034"/>
              <a:gd name="connsiteX4" fmla="*/ 1875317 w 2250390"/>
              <a:gd name="connsiteY4" fmla="*/ 2637034 h 2637034"/>
              <a:gd name="connsiteX5" fmla="*/ 375073 w 2250390"/>
              <a:gd name="connsiteY5" fmla="*/ 2637034 h 2637034"/>
              <a:gd name="connsiteX6" fmla="*/ 0 w 2250390"/>
              <a:gd name="connsiteY6" fmla="*/ 2261961 h 2637034"/>
              <a:gd name="connsiteX7" fmla="*/ 0 w 2250390"/>
              <a:gd name="connsiteY7" fmla="*/ 375073 h 2637034"/>
              <a:gd name="connsiteX8" fmla="*/ 375073 w 2250390"/>
              <a:gd name="connsiteY8" fmla="*/ 0 h 2637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390" h="2637034">
                <a:moveTo>
                  <a:pt x="375073" y="0"/>
                </a:moveTo>
                <a:lnTo>
                  <a:pt x="1875317" y="0"/>
                </a:lnTo>
                <a:cubicBezTo>
                  <a:pt x="2082464" y="0"/>
                  <a:pt x="2250390" y="167926"/>
                  <a:pt x="2250390" y="375073"/>
                </a:cubicBezTo>
                <a:lnTo>
                  <a:pt x="2250390" y="2261961"/>
                </a:lnTo>
                <a:cubicBezTo>
                  <a:pt x="2250390" y="2469108"/>
                  <a:pt x="2082464" y="2637034"/>
                  <a:pt x="1875317" y="2637034"/>
                </a:cubicBezTo>
                <a:lnTo>
                  <a:pt x="375073" y="2637034"/>
                </a:lnTo>
                <a:cubicBezTo>
                  <a:pt x="167926" y="2637034"/>
                  <a:pt x="0" y="2469108"/>
                  <a:pt x="0" y="2261961"/>
                </a:cubicBezTo>
                <a:lnTo>
                  <a:pt x="0" y="375073"/>
                </a:lnTo>
                <a:cubicBezTo>
                  <a:pt x="0" y="167926"/>
                  <a:pt x="167926" y="0"/>
                  <a:pt x="37507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8" name="Picture Placeholder 7">
            <a:extLst>
              <a:ext uri="{FF2B5EF4-FFF2-40B4-BE49-F238E27FC236}">
                <a16:creationId xmlns:a16="http://schemas.microsoft.com/office/drawing/2014/main" id="{EF78302F-B0DE-5033-9FD5-CF0BD8C8AD30}"/>
              </a:ext>
            </a:extLst>
          </p:cNvPr>
          <p:cNvSpPr>
            <a:spLocks noGrp="1"/>
          </p:cNvSpPr>
          <p:nvPr>
            <p:ph type="pic" sz="quarter" idx="11"/>
          </p:nvPr>
        </p:nvSpPr>
        <p:spPr>
          <a:xfrm>
            <a:off x="3693210" y="2174807"/>
            <a:ext cx="2250390" cy="2637034"/>
          </a:xfrm>
          <a:custGeom>
            <a:avLst/>
            <a:gdLst>
              <a:gd name="connsiteX0" fmla="*/ 375073 w 2250390"/>
              <a:gd name="connsiteY0" fmla="*/ 0 h 2637034"/>
              <a:gd name="connsiteX1" fmla="*/ 1875317 w 2250390"/>
              <a:gd name="connsiteY1" fmla="*/ 0 h 2637034"/>
              <a:gd name="connsiteX2" fmla="*/ 2250390 w 2250390"/>
              <a:gd name="connsiteY2" fmla="*/ 375073 h 2637034"/>
              <a:gd name="connsiteX3" fmla="*/ 2250390 w 2250390"/>
              <a:gd name="connsiteY3" fmla="*/ 2261961 h 2637034"/>
              <a:gd name="connsiteX4" fmla="*/ 1875317 w 2250390"/>
              <a:gd name="connsiteY4" fmla="*/ 2637034 h 2637034"/>
              <a:gd name="connsiteX5" fmla="*/ 375073 w 2250390"/>
              <a:gd name="connsiteY5" fmla="*/ 2637034 h 2637034"/>
              <a:gd name="connsiteX6" fmla="*/ 0 w 2250390"/>
              <a:gd name="connsiteY6" fmla="*/ 2261961 h 2637034"/>
              <a:gd name="connsiteX7" fmla="*/ 0 w 2250390"/>
              <a:gd name="connsiteY7" fmla="*/ 375073 h 2637034"/>
              <a:gd name="connsiteX8" fmla="*/ 375073 w 2250390"/>
              <a:gd name="connsiteY8" fmla="*/ 0 h 2637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390" h="2637034">
                <a:moveTo>
                  <a:pt x="375073" y="0"/>
                </a:moveTo>
                <a:lnTo>
                  <a:pt x="1875317" y="0"/>
                </a:lnTo>
                <a:cubicBezTo>
                  <a:pt x="2082464" y="0"/>
                  <a:pt x="2250390" y="167926"/>
                  <a:pt x="2250390" y="375073"/>
                </a:cubicBezTo>
                <a:lnTo>
                  <a:pt x="2250390" y="2261961"/>
                </a:lnTo>
                <a:cubicBezTo>
                  <a:pt x="2250390" y="2469108"/>
                  <a:pt x="2082464" y="2637034"/>
                  <a:pt x="1875317" y="2637034"/>
                </a:cubicBezTo>
                <a:lnTo>
                  <a:pt x="375073" y="2637034"/>
                </a:lnTo>
                <a:cubicBezTo>
                  <a:pt x="167926" y="2637034"/>
                  <a:pt x="0" y="2469108"/>
                  <a:pt x="0" y="2261961"/>
                </a:cubicBezTo>
                <a:lnTo>
                  <a:pt x="0" y="375073"/>
                </a:lnTo>
                <a:cubicBezTo>
                  <a:pt x="0" y="167926"/>
                  <a:pt x="167926" y="0"/>
                  <a:pt x="37507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9" name="Picture Placeholder 8">
            <a:extLst>
              <a:ext uri="{FF2B5EF4-FFF2-40B4-BE49-F238E27FC236}">
                <a16:creationId xmlns:a16="http://schemas.microsoft.com/office/drawing/2014/main" id="{1C2F4677-1242-ED1B-1C5A-374C8063C643}"/>
              </a:ext>
            </a:extLst>
          </p:cNvPr>
          <p:cNvSpPr>
            <a:spLocks noGrp="1"/>
          </p:cNvSpPr>
          <p:nvPr>
            <p:ph type="pic" sz="quarter" idx="12"/>
          </p:nvPr>
        </p:nvSpPr>
        <p:spPr>
          <a:xfrm>
            <a:off x="6252833" y="2535377"/>
            <a:ext cx="2250390" cy="2637034"/>
          </a:xfrm>
          <a:custGeom>
            <a:avLst/>
            <a:gdLst>
              <a:gd name="connsiteX0" fmla="*/ 375073 w 2250390"/>
              <a:gd name="connsiteY0" fmla="*/ 0 h 2637034"/>
              <a:gd name="connsiteX1" fmla="*/ 1875317 w 2250390"/>
              <a:gd name="connsiteY1" fmla="*/ 0 h 2637034"/>
              <a:gd name="connsiteX2" fmla="*/ 2250390 w 2250390"/>
              <a:gd name="connsiteY2" fmla="*/ 375073 h 2637034"/>
              <a:gd name="connsiteX3" fmla="*/ 2250390 w 2250390"/>
              <a:gd name="connsiteY3" fmla="*/ 2261961 h 2637034"/>
              <a:gd name="connsiteX4" fmla="*/ 1875317 w 2250390"/>
              <a:gd name="connsiteY4" fmla="*/ 2637034 h 2637034"/>
              <a:gd name="connsiteX5" fmla="*/ 375073 w 2250390"/>
              <a:gd name="connsiteY5" fmla="*/ 2637034 h 2637034"/>
              <a:gd name="connsiteX6" fmla="*/ 0 w 2250390"/>
              <a:gd name="connsiteY6" fmla="*/ 2261961 h 2637034"/>
              <a:gd name="connsiteX7" fmla="*/ 0 w 2250390"/>
              <a:gd name="connsiteY7" fmla="*/ 375073 h 2637034"/>
              <a:gd name="connsiteX8" fmla="*/ 375073 w 2250390"/>
              <a:gd name="connsiteY8" fmla="*/ 0 h 2637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390" h="2637034">
                <a:moveTo>
                  <a:pt x="375073" y="0"/>
                </a:moveTo>
                <a:lnTo>
                  <a:pt x="1875317" y="0"/>
                </a:lnTo>
                <a:cubicBezTo>
                  <a:pt x="2082464" y="0"/>
                  <a:pt x="2250390" y="167926"/>
                  <a:pt x="2250390" y="375073"/>
                </a:cubicBezTo>
                <a:lnTo>
                  <a:pt x="2250390" y="2261961"/>
                </a:lnTo>
                <a:cubicBezTo>
                  <a:pt x="2250390" y="2469108"/>
                  <a:pt x="2082464" y="2637034"/>
                  <a:pt x="1875317" y="2637034"/>
                </a:cubicBezTo>
                <a:lnTo>
                  <a:pt x="375073" y="2637034"/>
                </a:lnTo>
                <a:cubicBezTo>
                  <a:pt x="167926" y="2637034"/>
                  <a:pt x="0" y="2469108"/>
                  <a:pt x="0" y="2261961"/>
                </a:cubicBezTo>
                <a:lnTo>
                  <a:pt x="0" y="375073"/>
                </a:lnTo>
                <a:cubicBezTo>
                  <a:pt x="0" y="167926"/>
                  <a:pt x="167926" y="0"/>
                  <a:pt x="37507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0" name="Picture Placeholder 9">
            <a:extLst>
              <a:ext uri="{FF2B5EF4-FFF2-40B4-BE49-F238E27FC236}">
                <a16:creationId xmlns:a16="http://schemas.microsoft.com/office/drawing/2014/main" id="{B7BC752A-4AFB-A08B-B105-3900072E034C}"/>
              </a:ext>
            </a:extLst>
          </p:cNvPr>
          <p:cNvSpPr>
            <a:spLocks noGrp="1"/>
          </p:cNvSpPr>
          <p:nvPr>
            <p:ph type="pic" sz="quarter" idx="13"/>
          </p:nvPr>
        </p:nvSpPr>
        <p:spPr>
          <a:xfrm>
            <a:off x="8812456" y="2174807"/>
            <a:ext cx="2250390" cy="2637034"/>
          </a:xfrm>
          <a:custGeom>
            <a:avLst/>
            <a:gdLst>
              <a:gd name="connsiteX0" fmla="*/ 375073 w 2250390"/>
              <a:gd name="connsiteY0" fmla="*/ 0 h 2637034"/>
              <a:gd name="connsiteX1" fmla="*/ 1875317 w 2250390"/>
              <a:gd name="connsiteY1" fmla="*/ 0 h 2637034"/>
              <a:gd name="connsiteX2" fmla="*/ 2250390 w 2250390"/>
              <a:gd name="connsiteY2" fmla="*/ 375073 h 2637034"/>
              <a:gd name="connsiteX3" fmla="*/ 2250390 w 2250390"/>
              <a:gd name="connsiteY3" fmla="*/ 2261961 h 2637034"/>
              <a:gd name="connsiteX4" fmla="*/ 1875317 w 2250390"/>
              <a:gd name="connsiteY4" fmla="*/ 2637034 h 2637034"/>
              <a:gd name="connsiteX5" fmla="*/ 375073 w 2250390"/>
              <a:gd name="connsiteY5" fmla="*/ 2637034 h 2637034"/>
              <a:gd name="connsiteX6" fmla="*/ 0 w 2250390"/>
              <a:gd name="connsiteY6" fmla="*/ 2261961 h 2637034"/>
              <a:gd name="connsiteX7" fmla="*/ 0 w 2250390"/>
              <a:gd name="connsiteY7" fmla="*/ 375073 h 2637034"/>
              <a:gd name="connsiteX8" fmla="*/ 375073 w 2250390"/>
              <a:gd name="connsiteY8" fmla="*/ 0 h 2637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390" h="2637034">
                <a:moveTo>
                  <a:pt x="375073" y="0"/>
                </a:moveTo>
                <a:lnTo>
                  <a:pt x="1875317" y="0"/>
                </a:lnTo>
                <a:cubicBezTo>
                  <a:pt x="2082464" y="0"/>
                  <a:pt x="2250390" y="167926"/>
                  <a:pt x="2250390" y="375073"/>
                </a:cubicBezTo>
                <a:lnTo>
                  <a:pt x="2250390" y="2261961"/>
                </a:lnTo>
                <a:cubicBezTo>
                  <a:pt x="2250390" y="2469108"/>
                  <a:pt x="2082464" y="2637034"/>
                  <a:pt x="1875317" y="2637034"/>
                </a:cubicBezTo>
                <a:lnTo>
                  <a:pt x="375073" y="2637034"/>
                </a:lnTo>
                <a:cubicBezTo>
                  <a:pt x="167926" y="2637034"/>
                  <a:pt x="0" y="2469108"/>
                  <a:pt x="0" y="2261961"/>
                </a:cubicBezTo>
                <a:lnTo>
                  <a:pt x="0" y="375073"/>
                </a:lnTo>
                <a:cubicBezTo>
                  <a:pt x="0" y="167926"/>
                  <a:pt x="167926" y="0"/>
                  <a:pt x="37507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944321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42A412C-846A-9418-52A0-4FFD05DB8A03}"/>
              </a:ext>
            </a:extLst>
          </p:cNvPr>
          <p:cNvSpPr>
            <a:spLocks noGrp="1"/>
          </p:cNvSpPr>
          <p:nvPr>
            <p:ph type="pic" sz="quarter" idx="10"/>
          </p:nvPr>
        </p:nvSpPr>
        <p:spPr>
          <a:xfrm>
            <a:off x="2061029" y="685800"/>
            <a:ext cx="8069942" cy="3371498"/>
          </a:xfrm>
          <a:custGeom>
            <a:avLst/>
            <a:gdLst>
              <a:gd name="connsiteX0" fmla="*/ 473426 w 8069942"/>
              <a:gd name="connsiteY0" fmla="*/ 0 h 3371498"/>
              <a:gd name="connsiteX1" fmla="*/ 7596516 w 8069942"/>
              <a:gd name="connsiteY1" fmla="*/ 0 h 3371498"/>
              <a:gd name="connsiteX2" fmla="*/ 8069942 w 8069942"/>
              <a:gd name="connsiteY2" fmla="*/ 473426 h 3371498"/>
              <a:gd name="connsiteX3" fmla="*/ 8069942 w 8069942"/>
              <a:gd name="connsiteY3" fmla="*/ 2898072 h 3371498"/>
              <a:gd name="connsiteX4" fmla="*/ 7596516 w 8069942"/>
              <a:gd name="connsiteY4" fmla="*/ 3371498 h 3371498"/>
              <a:gd name="connsiteX5" fmla="*/ 473426 w 8069942"/>
              <a:gd name="connsiteY5" fmla="*/ 3371498 h 3371498"/>
              <a:gd name="connsiteX6" fmla="*/ 0 w 8069942"/>
              <a:gd name="connsiteY6" fmla="*/ 2898072 h 3371498"/>
              <a:gd name="connsiteX7" fmla="*/ 0 w 8069942"/>
              <a:gd name="connsiteY7" fmla="*/ 473426 h 3371498"/>
              <a:gd name="connsiteX8" fmla="*/ 473426 w 8069942"/>
              <a:gd name="connsiteY8" fmla="*/ 0 h 337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69942" h="3371498">
                <a:moveTo>
                  <a:pt x="473426" y="0"/>
                </a:moveTo>
                <a:lnTo>
                  <a:pt x="7596516" y="0"/>
                </a:lnTo>
                <a:cubicBezTo>
                  <a:pt x="7857982" y="0"/>
                  <a:pt x="8069942" y="211960"/>
                  <a:pt x="8069942" y="473426"/>
                </a:cubicBezTo>
                <a:lnTo>
                  <a:pt x="8069942" y="2898072"/>
                </a:lnTo>
                <a:cubicBezTo>
                  <a:pt x="8069942" y="3159538"/>
                  <a:pt x="7857982" y="3371498"/>
                  <a:pt x="7596516" y="3371498"/>
                </a:cubicBezTo>
                <a:lnTo>
                  <a:pt x="473426" y="3371498"/>
                </a:lnTo>
                <a:cubicBezTo>
                  <a:pt x="211960" y="3371498"/>
                  <a:pt x="0" y="3159538"/>
                  <a:pt x="0" y="2898072"/>
                </a:cubicBezTo>
                <a:lnTo>
                  <a:pt x="0" y="473426"/>
                </a:lnTo>
                <a:cubicBezTo>
                  <a:pt x="0" y="211960"/>
                  <a:pt x="211960" y="0"/>
                  <a:pt x="47342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568382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F6A13BB-23FA-E3E5-CFB2-CC88DE722677}"/>
              </a:ext>
            </a:extLst>
          </p:cNvPr>
          <p:cNvSpPr>
            <a:spLocks noGrp="1"/>
          </p:cNvSpPr>
          <p:nvPr>
            <p:ph type="pic" sz="quarter" idx="10"/>
          </p:nvPr>
        </p:nvSpPr>
        <p:spPr>
          <a:xfrm>
            <a:off x="4418890" y="685802"/>
            <a:ext cx="2934371" cy="4850587"/>
          </a:xfrm>
          <a:custGeom>
            <a:avLst/>
            <a:gdLst>
              <a:gd name="connsiteX0" fmla="*/ 588694 w 2934371"/>
              <a:gd name="connsiteY0" fmla="*/ 0 h 4850587"/>
              <a:gd name="connsiteX1" fmla="*/ 2345677 w 2934371"/>
              <a:gd name="connsiteY1" fmla="*/ 0 h 4850587"/>
              <a:gd name="connsiteX2" fmla="*/ 2934371 w 2934371"/>
              <a:gd name="connsiteY2" fmla="*/ 588694 h 4850587"/>
              <a:gd name="connsiteX3" fmla="*/ 2934371 w 2934371"/>
              <a:gd name="connsiteY3" fmla="*/ 4261893 h 4850587"/>
              <a:gd name="connsiteX4" fmla="*/ 2345677 w 2934371"/>
              <a:gd name="connsiteY4" fmla="*/ 4850587 h 4850587"/>
              <a:gd name="connsiteX5" fmla="*/ 588694 w 2934371"/>
              <a:gd name="connsiteY5" fmla="*/ 4850587 h 4850587"/>
              <a:gd name="connsiteX6" fmla="*/ 0 w 2934371"/>
              <a:gd name="connsiteY6" fmla="*/ 4261893 h 4850587"/>
              <a:gd name="connsiteX7" fmla="*/ 0 w 2934371"/>
              <a:gd name="connsiteY7" fmla="*/ 588694 h 4850587"/>
              <a:gd name="connsiteX8" fmla="*/ 588694 w 2934371"/>
              <a:gd name="connsiteY8" fmla="*/ 0 h 485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4371" h="4850587">
                <a:moveTo>
                  <a:pt x="588694" y="0"/>
                </a:moveTo>
                <a:lnTo>
                  <a:pt x="2345677" y="0"/>
                </a:lnTo>
                <a:cubicBezTo>
                  <a:pt x="2670804" y="0"/>
                  <a:pt x="2934371" y="263567"/>
                  <a:pt x="2934371" y="588694"/>
                </a:cubicBezTo>
                <a:lnTo>
                  <a:pt x="2934371" y="4261893"/>
                </a:lnTo>
                <a:cubicBezTo>
                  <a:pt x="2934371" y="4587020"/>
                  <a:pt x="2670804" y="4850587"/>
                  <a:pt x="2345677" y="4850587"/>
                </a:cubicBezTo>
                <a:lnTo>
                  <a:pt x="588694" y="4850587"/>
                </a:lnTo>
                <a:cubicBezTo>
                  <a:pt x="263567" y="4850587"/>
                  <a:pt x="0" y="4587020"/>
                  <a:pt x="0" y="4261893"/>
                </a:cubicBezTo>
                <a:lnTo>
                  <a:pt x="0" y="588694"/>
                </a:lnTo>
                <a:cubicBezTo>
                  <a:pt x="0" y="263567"/>
                  <a:pt x="263567" y="0"/>
                  <a:pt x="58869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53B763BB-0165-3721-7C7E-1F567533A6FD}"/>
              </a:ext>
            </a:extLst>
          </p:cNvPr>
          <p:cNvSpPr>
            <a:spLocks noGrp="1"/>
          </p:cNvSpPr>
          <p:nvPr>
            <p:ph type="pic" sz="quarter" idx="11"/>
          </p:nvPr>
        </p:nvSpPr>
        <p:spPr>
          <a:xfrm>
            <a:off x="7553021" y="1321614"/>
            <a:ext cx="2934371" cy="4850587"/>
          </a:xfrm>
          <a:custGeom>
            <a:avLst/>
            <a:gdLst>
              <a:gd name="connsiteX0" fmla="*/ 588694 w 2934371"/>
              <a:gd name="connsiteY0" fmla="*/ 0 h 4850587"/>
              <a:gd name="connsiteX1" fmla="*/ 2345677 w 2934371"/>
              <a:gd name="connsiteY1" fmla="*/ 0 h 4850587"/>
              <a:gd name="connsiteX2" fmla="*/ 2934371 w 2934371"/>
              <a:gd name="connsiteY2" fmla="*/ 588694 h 4850587"/>
              <a:gd name="connsiteX3" fmla="*/ 2934371 w 2934371"/>
              <a:gd name="connsiteY3" fmla="*/ 4261893 h 4850587"/>
              <a:gd name="connsiteX4" fmla="*/ 2345677 w 2934371"/>
              <a:gd name="connsiteY4" fmla="*/ 4850587 h 4850587"/>
              <a:gd name="connsiteX5" fmla="*/ 588694 w 2934371"/>
              <a:gd name="connsiteY5" fmla="*/ 4850587 h 4850587"/>
              <a:gd name="connsiteX6" fmla="*/ 0 w 2934371"/>
              <a:gd name="connsiteY6" fmla="*/ 4261893 h 4850587"/>
              <a:gd name="connsiteX7" fmla="*/ 0 w 2934371"/>
              <a:gd name="connsiteY7" fmla="*/ 588694 h 4850587"/>
              <a:gd name="connsiteX8" fmla="*/ 588694 w 2934371"/>
              <a:gd name="connsiteY8" fmla="*/ 0 h 485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4371" h="4850587">
                <a:moveTo>
                  <a:pt x="588694" y="0"/>
                </a:moveTo>
                <a:lnTo>
                  <a:pt x="2345677" y="0"/>
                </a:lnTo>
                <a:cubicBezTo>
                  <a:pt x="2670804" y="0"/>
                  <a:pt x="2934371" y="263567"/>
                  <a:pt x="2934371" y="588694"/>
                </a:cubicBezTo>
                <a:lnTo>
                  <a:pt x="2934371" y="4261893"/>
                </a:lnTo>
                <a:cubicBezTo>
                  <a:pt x="2934371" y="4587020"/>
                  <a:pt x="2670804" y="4850587"/>
                  <a:pt x="2345677" y="4850587"/>
                </a:cubicBezTo>
                <a:lnTo>
                  <a:pt x="588694" y="4850587"/>
                </a:lnTo>
                <a:cubicBezTo>
                  <a:pt x="263567" y="4850587"/>
                  <a:pt x="0" y="4587020"/>
                  <a:pt x="0" y="4261893"/>
                </a:cubicBezTo>
                <a:lnTo>
                  <a:pt x="0" y="588694"/>
                </a:lnTo>
                <a:cubicBezTo>
                  <a:pt x="0" y="263567"/>
                  <a:pt x="263567" y="0"/>
                  <a:pt x="58869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880639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Bootstra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1F14252-8BE3-A88A-5BB5-EE3353A93BEC}"/>
              </a:ext>
            </a:extLst>
          </p:cNvPr>
          <p:cNvSpPr>
            <a:spLocks noGrp="1"/>
          </p:cNvSpPr>
          <p:nvPr>
            <p:ph type="pic" sz="quarter" idx="10"/>
          </p:nvPr>
        </p:nvSpPr>
        <p:spPr>
          <a:xfrm>
            <a:off x="1066800" y="3260528"/>
            <a:ext cx="2926080" cy="2926080"/>
          </a:xfrm>
          <a:custGeom>
            <a:avLst/>
            <a:gdLst>
              <a:gd name="connsiteX0" fmla="*/ 587030 w 2926080"/>
              <a:gd name="connsiteY0" fmla="*/ 0 h 2926080"/>
              <a:gd name="connsiteX1" fmla="*/ 2339050 w 2926080"/>
              <a:gd name="connsiteY1" fmla="*/ 0 h 2926080"/>
              <a:gd name="connsiteX2" fmla="*/ 2926080 w 2926080"/>
              <a:gd name="connsiteY2" fmla="*/ 587030 h 2926080"/>
              <a:gd name="connsiteX3" fmla="*/ 2926080 w 2926080"/>
              <a:gd name="connsiteY3" fmla="*/ 2339050 h 2926080"/>
              <a:gd name="connsiteX4" fmla="*/ 2339050 w 2926080"/>
              <a:gd name="connsiteY4" fmla="*/ 2926080 h 2926080"/>
              <a:gd name="connsiteX5" fmla="*/ 587030 w 2926080"/>
              <a:gd name="connsiteY5" fmla="*/ 2926080 h 2926080"/>
              <a:gd name="connsiteX6" fmla="*/ 0 w 2926080"/>
              <a:gd name="connsiteY6" fmla="*/ 2339050 h 2926080"/>
              <a:gd name="connsiteX7" fmla="*/ 0 w 2926080"/>
              <a:gd name="connsiteY7" fmla="*/ 587030 h 2926080"/>
              <a:gd name="connsiteX8" fmla="*/ 587030 w 2926080"/>
              <a:gd name="connsiteY8" fmla="*/ 0 h 292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6080" h="2926080">
                <a:moveTo>
                  <a:pt x="587030" y="0"/>
                </a:moveTo>
                <a:lnTo>
                  <a:pt x="2339050" y="0"/>
                </a:lnTo>
                <a:cubicBezTo>
                  <a:pt x="2663258" y="0"/>
                  <a:pt x="2926080" y="262822"/>
                  <a:pt x="2926080" y="587030"/>
                </a:cubicBezTo>
                <a:lnTo>
                  <a:pt x="2926080" y="2339050"/>
                </a:lnTo>
                <a:cubicBezTo>
                  <a:pt x="2926080" y="2663258"/>
                  <a:pt x="2663258" y="2926080"/>
                  <a:pt x="2339050" y="2926080"/>
                </a:cubicBezTo>
                <a:lnTo>
                  <a:pt x="587030" y="2926080"/>
                </a:lnTo>
                <a:cubicBezTo>
                  <a:pt x="262822" y="2926080"/>
                  <a:pt x="0" y="2663258"/>
                  <a:pt x="0" y="2339050"/>
                </a:cubicBezTo>
                <a:lnTo>
                  <a:pt x="0" y="587030"/>
                </a:lnTo>
                <a:cubicBezTo>
                  <a:pt x="0" y="262822"/>
                  <a:pt x="262822" y="0"/>
                  <a:pt x="58703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2" name="Picture Placeholder 11">
            <a:extLst>
              <a:ext uri="{FF2B5EF4-FFF2-40B4-BE49-F238E27FC236}">
                <a16:creationId xmlns:a16="http://schemas.microsoft.com/office/drawing/2014/main" id="{9A057243-1CE9-B793-B87F-ED80DCD6A3A2}"/>
              </a:ext>
            </a:extLst>
          </p:cNvPr>
          <p:cNvSpPr>
            <a:spLocks noGrp="1"/>
          </p:cNvSpPr>
          <p:nvPr>
            <p:ph type="pic" sz="quarter" idx="11"/>
          </p:nvPr>
        </p:nvSpPr>
        <p:spPr>
          <a:xfrm>
            <a:off x="4470401" y="685801"/>
            <a:ext cx="3251200" cy="5486400"/>
          </a:xfrm>
          <a:custGeom>
            <a:avLst/>
            <a:gdLst>
              <a:gd name="connsiteX0" fmla="*/ 652256 w 3251200"/>
              <a:gd name="connsiteY0" fmla="*/ 0 h 5486400"/>
              <a:gd name="connsiteX1" fmla="*/ 2598944 w 3251200"/>
              <a:gd name="connsiteY1" fmla="*/ 0 h 5486400"/>
              <a:gd name="connsiteX2" fmla="*/ 3251200 w 3251200"/>
              <a:gd name="connsiteY2" fmla="*/ 652256 h 5486400"/>
              <a:gd name="connsiteX3" fmla="*/ 3251200 w 3251200"/>
              <a:gd name="connsiteY3" fmla="*/ 4834144 h 5486400"/>
              <a:gd name="connsiteX4" fmla="*/ 2598944 w 3251200"/>
              <a:gd name="connsiteY4" fmla="*/ 5486400 h 5486400"/>
              <a:gd name="connsiteX5" fmla="*/ 652256 w 3251200"/>
              <a:gd name="connsiteY5" fmla="*/ 5486400 h 5486400"/>
              <a:gd name="connsiteX6" fmla="*/ 0 w 3251200"/>
              <a:gd name="connsiteY6" fmla="*/ 4834144 h 5486400"/>
              <a:gd name="connsiteX7" fmla="*/ 0 w 3251200"/>
              <a:gd name="connsiteY7" fmla="*/ 652256 h 5486400"/>
              <a:gd name="connsiteX8" fmla="*/ 652256 w 3251200"/>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1200" h="5486400">
                <a:moveTo>
                  <a:pt x="652256" y="0"/>
                </a:moveTo>
                <a:lnTo>
                  <a:pt x="2598944" y="0"/>
                </a:lnTo>
                <a:cubicBezTo>
                  <a:pt x="2959175" y="0"/>
                  <a:pt x="3251200" y="292025"/>
                  <a:pt x="3251200" y="652256"/>
                </a:cubicBezTo>
                <a:lnTo>
                  <a:pt x="3251200" y="4834144"/>
                </a:lnTo>
                <a:cubicBezTo>
                  <a:pt x="3251200" y="5194375"/>
                  <a:pt x="2959175" y="5486400"/>
                  <a:pt x="2598944" y="5486400"/>
                </a:cubicBezTo>
                <a:lnTo>
                  <a:pt x="652256" y="5486400"/>
                </a:lnTo>
                <a:cubicBezTo>
                  <a:pt x="292025" y="5486400"/>
                  <a:pt x="0" y="5194375"/>
                  <a:pt x="0" y="4834144"/>
                </a:cubicBezTo>
                <a:lnTo>
                  <a:pt x="0" y="652256"/>
                </a:lnTo>
                <a:cubicBezTo>
                  <a:pt x="0" y="292025"/>
                  <a:pt x="292025" y="0"/>
                  <a:pt x="65225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3" name="Picture Placeholder 12">
            <a:extLst>
              <a:ext uri="{FF2B5EF4-FFF2-40B4-BE49-F238E27FC236}">
                <a16:creationId xmlns:a16="http://schemas.microsoft.com/office/drawing/2014/main" id="{F7C0FA23-B9D9-247D-2E7A-5AC009EAF28C}"/>
              </a:ext>
            </a:extLst>
          </p:cNvPr>
          <p:cNvSpPr>
            <a:spLocks noGrp="1"/>
          </p:cNvSpPr>
          <p:nvPr>
            <p:ph type="pic" sz="quarter" idx="12"/>
          </p:nvPr>
        </p:nvSpPr>
        <p:spPr>
          <a:xfrm>
            <a:off x="8199122" y="685801"/>
            <a:ext cx="2926080" cy="2926080"/>
          </a:xfrm>
          <a:custGeom>
            <a:avLst/>
            <a:gdLst>
              <a:gd name="connsiteX0" fmla="*/ 587030 w 2926080"/>
              <a:gd name="connsiteY0" fmla="*/ 0 h 2926080"/>
              <a:gd name="connsiteX1" fmla="*/ 2339050 w 2926080"/>
              <a:gd name="connsiteY1" fmla="*/ 0 h 2926080"/>
              <a:gd name="connsiteX2" fmla="*/ 2926080 w 2926080"/>
              <a:gd name="connsiteY2" fmla="*/ 587030 h 2926080"/>
              <a:gd name="connsiteX3" fmla="*/ 2926080 w 2926080"/>
              <a:gd name="connsiteY3" fmla="*/ 2339050 h 2926080"/>
              <a:gd name="connsiteX4" fmla="*/ 2339050 w 2926080"/>
              <a:gd name="connsiteY4" fmla="*/ 2926080 h 2926080"/>
              <a:gd name="connsiteX5" fmla="*/ 587030 w 2926080"/>
              <a:gd name="connsiteY5" fmla="*/ 2926080 h 2926080"/>
              <a:gd name="connsiteX6" fmla="*/ 0 w 2926080"/>
              <a:gd name="connsiteY6" fmla="*/ 2339050 h 2926080"/>
              <a:gd name="connsiteX7" fmla="*/ 0 w 2926080"/>
              <a:gd name="connsiteY7" fmla="*/ 587030 h 2926080"/>
              <a:gd name="connsiteX8" fmla="*/ 587030 w 2926080"/>
              <a:gd name="connsiteY8" fmla="*/ 0 h 292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6080" h="2926080">
                <a:moveTo>
                  <a:pt x="587030" y="0"/>
                </a:moveTo>
                <a:lnTo>
                  <a:pt x="2339050" y="0"/>
                </a:lnTo>
                <a:cubicBezTo>
                  <a:pt x="2663258" y="0"/>
                  <a:pt x="2926080" y="262822"/>
                  <a:pt x="2926080" y="587030"/>
                </a:cubicBezTo>
                <a:lnTo>
                  <a:pt x="2926080" y="2339050"/>
                </a:lnTo>
                <a:cubicBezTo>
                  <a:pt x="2926080" y="2663258"/>
                  <a:pt x="2663258" y="2926080"/>
                  <a:pt x="2339050" y="2926080"/>
                </a:cubicBezTo>
                <a:lnTo>
                  <a:pt x="587030" y="2926080"/>
                </a:lnTo>
                <a:cubicBezTo>
                  <a:pt x="262822" y="2926080"/>
                  <a:pt x="0" y="2663258"/>
                  <a:pt x="0" y="2339050"/>
                </a:cubicBezTo>
                <a:lnTo>
                  <a:pt x="0" y="587030"/>
                </a:lnTo>
                <a:cubicBezTo>
                  <a:pt x="0" y="262822"/>
                  <a:pt x="262822" y="0"/>
                  <a:pt x="58703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625436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585EFAC-711D-813B-F32B-8E6F5B78192B}"/>
              </a:ext>
            </a:extLst>
          </p:cNvPr>
          <p:cNvSpPr>
            <a:spLocks noGrp="1"/>
          </p:cNvSpPr>
          <p:nvPr>
            <p:ph type="pic" sz="quarter" idx="10"/>
          </p:nvPr>
        </p:nvSpPr>
        <p:spPr>
          <a:xfrm>
            <a:off x="4214203" y="685801"/>
            <a:ext cx="3763594" cy="5486400"/>
          </a:xfrm>
          <a:custGeom>
            <a:avLst/>
            <a:gdLst>
              <a:gd name="connsiteX0" fmla="*/ 755052 w 3763594"/>
              <a:gd name="connsiteY0" fmla="*/ 0 h 5486400"/>
              <a:gd name="connsiteX1" fmla="*/ 3008542 w 3763594"/>
              <a:gd name="connsiteY1" fmla="*/ 0 h 5486400"/>
              <a:gd name="connsiteX2" fmla="*/ 3763594 w 3763594"/>
              <a:gd name="connsiteY2" fmla="*/ 755052 h 5486400"/>
              <a:gd name="connsiteX3" fmla="*/ 3763594 w 3763594"/>
              <a:gd name="connsiteY3" fmla="*/ 4731348 h 5486400"/>
              <a:gd name="connsiteX4" fmla="*/ 3008542 w 3763594"/>
              <a:gd name="connsiteY4" fmla="*/ 5486400 h 5486400"/>
              <a:gd name="connsiteX5" fmla="*/ 755052 w 3763594"/>
              <a:gd name="connsiteY5" fmla="*/ 5486400 h 5486400"/>
              <a:gd name="connsiteX6" fmla="*/ 0 w 3763594"/>
              <a:gd name="connsiteY6" fmla="*/ 4731348 h 5486400"/>
              <a:gd name="connsiteX7" fmla="*/ 0 w 3763594"/>
              <a:gd name="connsiteY7" fmla="*/ 755052 h 5486400"/>
              <a:gd name="connsiteX8" fmla="*/ 755052 w 3763594"/>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3594" h="5486400">
                <a:moveTo>
                  <a:pt x="755052" y="0"/>
                </a:moveTo>
                <a:lnTo>
                  <a:pt x="3008542" y="0"/>
                </a:lnTo>
                <a:cubicBezTo>
                  <a:pt x="3425546" y="0"/>
                  <a:pt x="3763594" y="338048"/>
                  <a:pt x="3763594" y="755052"/>
                </a:cubicBezTo>
                <a:lnTo>
                  <a:pt x="3763594" y="4731348"/>
                </a:lnTo>
                <a:cubicBezTo>
                  <a:pt x="3763594" y="5148352"/>
                  <a:pt x="3425546" y="5486400"/>
                  <a:pt x="3008542" y="5486400"/>
                </a:cubicBezTo>
                <a:lnTo>
                  <a:pt x="755052" y="5486400"/>
                </a:lnTo>
                <a:cubicBezTo>
                  <a:pt x="338048" y="5486400"/>
                  <a:pt x="0" y="5148352"/>
                  <a:pt x="0" y="4731348"/>
                </a:cubicBezTo>
                <a:lnTo>
                  <a:pt x="0" y="755052"/>
                </a:lnTo>
                <a:cubicBezTo>
                  <a:pt x="0" y="338048"/>
                  <a:pt x="338048" y="0"/>
                  <a:pt x="755052"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057829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988F492-B0E7-8935-B306-8C31546BB067}"/>
              </a:ext>
            </a:extLst>
          </p:cNvPr>
          <p:cNvSpPr>
            <a:spLocks noGrp="1"/>
          </p:cNvSpPr>
          <p:nvPr>
            <p:ph type="pic" sz="quarter" idx="10"/>
          </p:nvPr>
        </p:nvSpPr>
        <p:spPr>
          <a:xfrm>
            <a:off x="1066799" y="685800"/>
            <a:ext cx="2695576" cy="4733925"/>
          </a:xfrm>
          <a:custGeom>
            <a:avLst/>
            <a:gdLst>
              <a:gd name="connsiteX0" fmla="*/ 1347788 w 2695576"/>
              <a:gd name="connsiteY0" fmla="*/ 0 h 4733925"/>
              <a:gd name="connsiteX1" fmla="*/ 2695576 w 2695576"/>
              <a:gd name="connsiteY1" fmla="*/ 1347788 h 4733925"/>
              <a:gd name="connsiteX2" fmla="*/ 2695575 w 2695576"/>
              <a:gd name="connsiteY2" fmla="*/ 3386137 h 4733925"/>
              <a:gd name="connsiteX3" fmla="*/ 1347787 w 2695576"/>
              <a:gd name="connsiteY3" fmla="*/ 4733925 h 4733925"/>
              <a:gd name="connsiteX4" fmla="*/ 1347788 w 2695576"/>
              <a:gd name="connsiteY4" fmla="*/ 4733924 h 4733925"/>
              <a:gd name="connsiteX5" fmla="*/ 0 w 2695576"/>
              <a:gd name="connsiteY5" fmla="*/ 3386136 h 4733925"/>
              <a:gd name="connsiteX6" fmla="*/ 0 w 2695576"/>
              <a:gd name="connsiteY6" fmla="*/ 1347788 h 4733925"/>
              <a:gd name="connsiteX7" fmla="*/ 1347788 w 2695576"/>
              <a:gd name="connsiteY7" fmla="*/ 0 h 473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576" h="4733925">
                <a:moveTo>
                  <a:pt x="1347788" y="0"/>
                </a:moveTo>
                <a:cubicBezTo>
                  <a:pt x="2092151" y="0"/>
                  <a:pt x="2695576" y="603425"/>
                  <a:pt x="2695576" y="1347788"/>
                </a:cubicBezTo>
                <a:cubicBezTo>
                  <a:pt x="2695576" y="2027238"/>
                  <a:pt x="2695575" y="2706687"/>
                  <a:pt x="2695575" y="3386137"/>
                </a:cubicBezTo>
                <a:cubicBezTo>
                  <a:pt x="2695575" y="4130500"/>
                  <a:pt x="2092150" y="4733925"/>
                  <a:pt x="1347787" y="4733925"/>
                </a:cubicBezTo>
                <a:lnTo>
                  <a:pt x="1347788" y="4733924"/>
                </a:lnTo>
                <a:cubicBezTo>
                  <a:pt x="603425" y="4733924"/>
                  <a:pt x="0" y="4130499"/>
                  <a:pt x="0" y="3386136"/>
                </a:cubicBezTo>
                <a:lnTo>
                  <a:pt x="0" y="1347788"/>
                </a:lnTo>
                <a:cubicBezTo>
                  <a:pt x="0" y="603425"/>
                  <a:pt x="603425" y="0"/>
                  <a:pt x="134778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248C7D37-F924-B1AE-B457-95D33F55905F}"/>
              </a:ext>
            </a:extLst>
          </p:cNvPr>
          <p:cNvSpPr>
            <a:spLocks noGrp="1"/>
          </p:cNvSpPr>
          <p:nvPr>
            <p:ph type="pic" sz="quarter" idx="11"/>
          </p:nvPr>
        </p:nvSpPr>
        <p:spPr>
          <a:xfrm>
            <a:off x="3984119" y="1438276"/>
            <a:ext cx="2695576" cy="4733925"/>
          </a:xfrm>
          <a:custGeom>
            <a:avLst/>
            <a:gdLst>
              <a:gd name="connsiteX0" fmla="*/ 1347788 w 2695576"/>
              <a:gd name="connsiteY0" fmla="*/ 0 h 4733925"/>
              <a:gd name="connsiteX1" fmla="*/ 2695576 w 2695576"/>
              <a:gd name="connsiteY1" fmla="*/ 1347788 h 4733925"/>
              <a:gd name="connsiteX2" fmla="*/ 2695575 w 2695576"/>
              <a:gd name="connsiteY2" fmla="*/ 3386137 h 4733925"/>
              <a:gd name="connsiteX3" fmla="*/ 1347787 w 2695576"/>
              <a:gd name="connsiteY3" fmla="*/ 4733925 h 4733925"/>
              <a:gd name="connsiteX4" fmla="*/ 1347788 w 2695576"/>
              <a:gd name="connsiteY4" fmla="*/ 4733924 h 4733925"/>
              <a:gd name="connsiteX5" fmla="*/ 0 w 2695576"/>
              <a:gd name="connsiteY5" fmla="*/ 3386136 h 4733925"/>
              <a:gd name="connsiteX6" fmla="*/ 0 w 2695576"/>
              <a:gd name="connsiteY6" fmla="*/ 1347788 h 4733925"/>
              <a:gd name="connsiteX7" fmla="*/ 1347788 w 2695576"/>
              <a:gd name="connsiteY7" fmla="*/ 0 h 473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576" h="4733925">
                <a:moveTo>
                  <a:pt x="1347788" y="0"/>
                </a:moveTo>
                <a:cubicBezTo>
                  <a:pt x="2092151" y="0"/>
                  <a:pt x="2695576" y="603425"/>
                  <a:pt x="2695576" y="1347788"/>
                </a:cubicBezTo>
                <a:cubicBezTo>
                  <a:pt x="2695576" y="2027238"/>
                  <a:pt x="2695575" y="2706687"/>
                  <a:pt x="2695575" y="3386137"/>
                </a:cubicBezTo>
                <a:cubicBezTo>
                  <a:pt x="2695575" y="4130500"/>
                  <a:pt x="2092150" y="4733925"/>
                  <a:pt x="1347787" y="4733925"/>
                </a:cubicBezTo>
                <a:lnTo>
                  <a:pt x="1347788" y="4733924"/>
                </a:lnTo>
                <a:cubicBezTo>
                  <a:pt x="603425" y="4733924"/>
                  <a:pt x="0" y="4130499"/>
                  <a:pt x="0" y="3386136"/>
                </a:cubicBezTo>
                <a:lnTo>
                  <a:pt x="0" y="1347788"/>
                </a:lnTo>
                <a:cubicBezTo>
                  <a:pt x="0" y="603425"/>
                  <a:pt x="603425" y="0"/>
                  <a:pt x="134778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2884000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0AEC66D-1694-B655-4473-8E6ACC028927}"/>
              </a:ext>
            </a:extLst>
          </p:cNvPr>
          <p:cNvSpPr>
            <a:spLocks noGrp="1"/>
          </p:cNvSpPr>
          <p:nvPr>
            <p:ph type="pic" sz="quarter" idx="10"/>
          </p:nvPr>
        </p:nvSpPr>
        <p:spPr>
          <a:xfrm>
            <a:off x="1694123" y="682627"/>
            <a:ext cx="7925886" cy="3830895"/>
          </a:xfrm>
          <a:custGeom>
            <a:avLst/>
            <a:gdLst>
              <a:gd name="connsiteX0" fmla="*/ 638495 w 7925886"/>
              <a:gd name="connsiteY0" fmla="*/ 0 h 3830895"/>
              <a:gd name="connsiteX1" fmla="*/ 7287391 w 7925886"/>
              <a:gd name="connsiteY1" fmla="*/ 0 h 3830895"/>
              <a:gd name="connsiteX2" fmla="*/ 7925886 w 7925886"/>
              <a:gd name="connsiteY2" fmla="*/ 638495 h 3830895"/>
              <a:gd name="connsiteX3" fmla="*/ 7925886 w 7925886"/>
              <a:gd name="connsiteY3" fmla="*/ 3192400 h 3830895"/>
              <a:gd name="connsiteX4" fmla="*/ 7287391 w 7925886"/>
              <a:gd name="connsiteY4" fmla="*/ 3830895 h 3830895"/>
              <a:gd name="connsiteX5" fmla="*/ 638495 w 7925886"/>
              <a:gd name="connsiteY5" fmla="*/ 3830895 h 3830895"/>
              <a:gd name="connsiteX6" fmla="*/ 0 w 7925886"/>
              <a:gd name="connsiteY6" fmla="*/ 3192400 h 3830895"/>
              <a:gd name="connsiteX7" fmla="*/ 0 w 7925886"/>
              <a:gd name="connsiteY7" fmla="*/ 638495 h 3830895"/>
              <a:gd name="connsiteX8" fmla="*/ 638495 w 7925886"/>
              <a:gd name="connsiteY8" fmla="*/ 0 h 383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5886" h="3830895">
                <a:moveTo>
                  <a:pt x="638495" y="0"/>
                </a:moveTo>
                <a:lnTo>
                  <a:pt x="7287391" y="0"/>
                </a:lnTo>
                <a:cubicBezTo>
                  <a:pt x="7640022" y="0"/>
                  <a:pt x="7925886" y="285864"/>
                  <a:pt x="7925886" y="638495"/>
                </a:cubicBezTo>
                <a:lnTo>
                  <a:pt x="7925886" y="3192400"/>
                </a:lnTo>
                <a:cubicBezTo>
                  <a:pt x="7925886" y="3545031"/>
                  <a:pt x="7640022" y="3830895"/>
                  <a:pt x="7287391" y="3830895"/>
                </a:cubicBezTo>
                <a:lnTo>
                  <a:pt x="638495" y="3830895"/>
                </a:lnTo>
                <a:cubicBezTo>
                  <a:pt x="285864" y="3830895"/>
                  <a:pt x="0" y="3545031"/>
                  <a:pt x="0" y="3192400"/>
                </a:cubicBezTo>
                <a:lnTo>
                  <a:pt x="0" y="638495"/>
                </a:lnTo>
                <a:cubicBezTo>
                  <a:pt x="0" y="285864"/>
                  <a:pt x="285864" y="0"/>
                  <a:pt x="638495"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727431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Bootstrap">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99DBEF5-CC5B-1A04-2FFB-DE50D954E3EA}"/>
              </a:ext>
            </a:extLst>
          </p:cNvPr>
          <p:cNvSpPr>
            <a:spLocks noGrp="1"/>
          </p:cNvSpPr>
          <p:nvPr>
            <p:ph type="pic" sz="quarter" idx="10"/>
          </p:nvPr>
        </p:nvSpPr>
        <p:spPr>
          <a:xfrm>
            <a:off x="-1" y="3536122"/>
            <a:ext cx="12191999" cy="3321877"/>
          </a:xfrm>
          <a:prstGeom prst="rect">
            <a:avLst/>
          </a:pr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4091288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Bootstra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A9F608D-BDE0-F125-BD19-58493467CC0C}"/>
              </a:ext>
            </a:extLst>
          </p:cNvPr>
          <p:cNvSpPr>
            <a:spLocks noGrp="1"/>
          </p:cNvSpPr>
          <p:nvPr>
            <p:ph type="pic" sz="quarter" idx="10"/>
          </p:nvPr>
        </p:nvSpPr>
        <p:spPr>
          <a:xfrm>
            <a:off x="1641651" y="2278126"/>
            <a:ext cx="3279531" cy="1862048"/>
          </a:xfrm>
          <a:custGeom>
            <a:avLst/>
            <a:gdLst>
              <a:gd name="connsiteX0" fmla="*/ 310348 w 3279531"/>
              <a:gd name="connsiteY0" fmla="*/ 0 h 1862048"/>
              <a:gd name="connsiteX1" fmla="*/ 2969183 w 3279531"/>
              <a:gd name="connsiteY1" fmla="*/ 0 h 1862048"/>
              <a:gd name="connsiteX2" fmla="*/ 3279531 w 3279531"/>
              <a:gd name="connsiteY2" fmla="*/ 310348 h 1862048"/>
              <a:gd name="connsiteX3" fmla="*/ 3279531 w 3279531"/>
              <a:gd name="connsiteY3" fmla="*/ 1551700 h 1862048"/>
              <a:gd name="connsiteX4" fmla="*/ 2969183 w 3279531"/>
              <a:gd name="connsiteY4" fmla="*/ 1862048 h 1862048"/>
              <a:gd name="connsiteX5" fmla="*/ 310348 w 3279531"/>
              <a:gd name="connsiteY5" fmla="*/ 1862048 h 1862048"/>
              <a:gd name="connsiteX6" fmla="*/ 0 w 3279531"/>
              <a:gd name="connsiteY6" fmla="*/ 1551700 h 1862048"/>
              <a:gd name="connsiteX7" fmla="*/ 0 w 3279531"/>
              <a:gd name="connsiteY7" fmla="*/ 310348 h 1862048"/>
              <a:gd name="connsiteX8" fmla="*/ 310348 w 3279531"/>
              <a:gd name="connsiteY8" fmla="*/ 0 h 186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9531" h="1862048">
                <a:moveTo>
                  <a:pt x="310348" y="0"/>
                </a:moveTo>
                <a:lnTo>
                  <a:pt x="2969183" y="0"/>
                </a:lnTo>
                <a:cubicBezTo>
                  <a:pt x="3140583" y="0"/>
                  <a:pt x="3279531" y="138948"/>
                  <a:pt x="3279531" y="310348"/>
                </a:cubicBezTo>
                <a:lnTo>
                  <a:pt x="3279531" y="1551700"/>
                </a:lnTo>
                <a:cubicBezTo>
                  <a:pt x="3279531" y="1723100"/>
                  <a:pt x="3140583" y="1862048"/>
                  <a:pt x="2969183" y="1862048"/>
                </a:cubicBezTo>
                <a:lnTo>
                  <a:pt x="310348" y="1862048"/>
                </a:lnTo>
                <a:cubicBezTo>
                  <a:pt x="138948" y="1862048"/>
                  <a:pt x="0" y="1723100"/>
                  <a:pt x="0" y="1551700"/>
                </a:cubicBezTo>
                <a:lnTo>
                  <a:pt x="0" y="310348"/>
                </a:lnTo>
                <a:cubicBezTo>
                  <a:pt x="0" y="138948"/>
                  <a:pt x="138948" y="0"/>
                  <a:pt x="31034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2" name="Picture Placeholder 11">
            <a:extLst>
              <a:ext uri="{FF2B5EF4-FFF2-40B4-BE49-F238E27FC236}">
                <a16:creationId xmlns:a16="http://schemas.microsoft.com/office/drawing/2014/main" id="{FEA57F6E-18C4-4581-4F9D-BEDF7FA17B9C}"/>
              </a:ext>
            </a:extLst>
          </p:cNvPr>
          <p:cNvSpPr>
            <a:spLocks noGrp="1"/>
          </p:cNvSpPr>
          <p:nvPr>
            <p:ph type="pic" sz="quarter" idx="11"/>
          </p:nvPr>
        </p:nvSpPr>
        <p:spPr>
          <a:xfrm>
            <a:off x="5088758" y="2278126"/>
            <a:ext cx="1865376" cy="1862048"/>
          </a:xfrm>
          <a:custGeom>
            <a:avLst/>
            <a:gdLst>
              <a:gd name="connsiteX0" fmla="*/ 310348 w 1865376"/>
              <a:gd name="connsiteY0" fmla="*/ 0 h 1862048"/>
              <a:gd name="connsiteX1" fmla="*/ 1555028 w 1865376"/>
              <a:gd name="connsiteY1" fmla="*/ 0 h 1862048"/>
              <a:gd name="connsiteX2" fmla="*/ 1865376 w 1865376"/>
              <a:gd name="connsiteY2" fmla="*/ 310348 h 1862048"/>
              <a:gd name="connsiteX3" fmla="*/ 1865376 w 1865376"/>
              <a:gd name="connsiteY3" fmla="*/ 1551700 h 1862048"/>
              <a:gd name="connsiteX4" fmla="*/ 1555028 w 1865376"/>
              <a:gd name="connsiteY4" fmla="*/ 1862048 h 1862048"/>
              <a:gd name="connsiteX5" fmla="*/ 310348 w 1865376"/>
              <a:gd name="connsiteY5" fmla="*/ 1862048 h 1862048"/>
              <a:gd name="connsiteX6" fmla="*/ 0 w 1865376"/>
              <a:gd name="connsiteY6" fmla="*/ 1551700 h 1862048"/>
              <a:gd name="connsiteX7" fmla="*/ 0 w 1865376"/>
              <a:gd name="connsiteY7" fmla="*/ 310348 h 1862048"/>
              <a:gd name="connsiteX8" fmla="*/ 310348 w 1865376"/>
              <a:gd name="connsiteY8" fmla="*/ 0 h 186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5376" h="1862048">
                <a:moveTo>
                  <a:pt x="310348" y="0"/>
                </a:moveTo>
                <a:lnTo>
                  <a:pt x="1555028" y="0"/>
                </a:lnTo>
                <a:cubicBezTo>
                  <a:pt x="1726428" y="0"/>
                  <a:pt x="1865376" y="138948"/>
                  <a:pt x="1865376" y="310348"/>
                </a:cubicBezTo>
                <a:lnTo>
                  <a:pt x="1865376" y="1551700"/>
                </a:lnTo>
                <a:cubicBezTo>
                  <a:pt x="1865376" y="1723100"/>
                  <a:pt x="1726428" y="1862048"/>
                  <a:pt x="1555028" y="1862048"/>
                </a:cubicBezTo>
                <a:lnTo>
                  <a:pt x="310348" y="1862048"/>
                </a:lnTo>
                <a:cubicBezTo>
                  <a:pt x="138948" y="1862048"/>
                  <a:pt x="0" y="1723100"/>
                  <a:pt x="0" y="1551700"/>
                </a:cubicBezTo>
                <a:lnTo>
                  <a:pt x="0" y="310348"/>
                </a:lnTo>
                <a:cubicBezTo>
                  <a:pt x="0" y="138948"/>
                  <a:pt x="138948" y="0"/>
                  <a:pt x="31034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3" name="Picture Placeholder 12">
            <a:extLst>
              <a:ext uri="{FF2B5EF4-FFF2-40B4-BE49-F238E27FC236}">
                <a16:creationId xmlns:a16="http://schemas.microsoft.com/office/drawing/2014/main" id="{591F4E6A-2D2D-CE90-4693-BC1AB4E999A3}"/>
              </a:ext>
            </a:extLst>
          </p:cNvPr>
          <p:cNvSpPr>
            <a:spLocks noGrp="1"/>
          </p:cNvSpPr>
          <p:nvPr>
            <p:ph type="pic" sz="quarter" idx="12"/>
          </p:nvPr>
        </p:nvSpPr>
        <p:spPr>
          <a:xfrm>
            <a:off x="7121709" y="2278126"/>
            <a:ext cx="2993841" cy="1862048"/>
          </a:xfrm>
          <a:custGeom>
            <a:avLst/>
            <a:gdLst>
              <a:gd name="connsiteX0" fmla="*/ 310348 w 2993841"/>
              <a:gd name="connsiteY0" fmla="*/ 0 h 1862048"/>
              <a:gd name="connsiteX1" fmla="*/ 2683493 w 2993841"/>
              <a:gd name="connsiteY1" fmla="*/ 0 h 1862048"/>
              <a:gd name="connsiteX2" fmla="*/ 2993841 w 2993841"/>
              <a:gd name="connsiteY2" fmla="*/ 310348 h 1862048"/>
              <a:gd name="connsiteX3" fmla="*/ 2993841 w 2993841"/>
              <a:gd name="connsiteY3" fmla="*/ 1551700 h 1862048"/>
              <a:gd name="connsiteX4" fmla="*/ 2683493 w 2993841"/>
              <a:gd name="connsiteY4" fmla="*/ 1862048 h 1862048"/>
              <a:gd name="connsiteX5" fmla="*/ 310348 w 2993841"/>
              <a:gd name="connsiteY5" fmla="*/ 1862048 h 1862048"/>
              <a:gd name="connsiteX6" fmla="*/ 0 w 2993841"/>
              <a:gd name="connsiteY6" fmla="*/ 1551700 h 1862048"/>
              <a:gd name="connsiteX7" fmla="*/ 0 w 2993841"/>
              <a:gd name="connsiteY7" fmla="*/ 310348 h 1862048"/>
              <a:gd name="connsiteX8" fmla="*/ 310348 w 2993841"/>
              <a:gd name="connsiteY8" fmla="*/ 0 h 186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3841" h="1862048">
                <a:moveTo>
                  <a:pt x="310348" y="0"/>
                </a:moveTo>
                <a:lnTo>
                  <a:pt x="2683493" y="0"/>
                </a:lnTo>
                <a:cubicBezTo>
                  <a:pt x="2854893" y="0"/>
                  <a:pt x="2993841" y="138948"/>
                  <a:pt x="2993841" y="310348"/>
                </a:cubicBezTo>
                <a:lnTo>
                  <a:pt x="2993841" y="1551700"/>
                </a:lnTo>
                <a:cubicBezTo>
                  <a:pt x="2993841" y="1723100"/>
                  <a:pt x="2854893" y="1862048"/>
                  <a:pt x="2683493" y="1862048"/>
                </a:cubicBezTo>
                <a:lnTo>
                  <a:pt x="310348" y="1862048"/>
                </a:lnTo>
                <a:cubicBezTo>
                  <a:pt x="138948" y="1862048"/>
                  <a:pt x="0" y="1723100"/>
                  <a:pt x="0" y="1551700"/>
                </a:cubicBezTo>
                <a:lnTo>
                  <a:pt x="0" y="310348"/>
                </a:lnTo>
                <a:cubicBezTo>
                  <a:pt x="0" y="138948"/>
                  <a:pt x="138948" y="0"/>
                  <a:pt x="31034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7" name="Picture Placeholder 16">
            <a:extLst>
              <a:ext uri="{FF2B5EF4-FFF2-40B4-BE49-F238E27FC236}">
                <a16:creationId xmlns:a16="http://schemas.microsoft.com/office/drawing/2014/main" id="{64BA833E-7931-9DA4-8F62-7DD28609E375}"/>
              </a:ext>
            </a:extLst>
          </p:cNvPr>
          <p:cNvSpPr>
            <a:spLocks noGrp="1"/>
          </p:cNvSpPr>
          <p:nvPr>
            <p:ph type="pic" sz="quarter" idx="13"/>
          </p:nvPr>
        </p:nvSpPr>
        <p:spPr>
          <a:xfrm>
            <a:off x="2961571" y="4310152"/>
            <a:ext cx="2368482" cy="1862048"/>
          </a:xfrm>
          <a:custGeom>
            <a:avLst/>
            <a:gdLst>
              <a:gd name="connsiteX0" fmla="*/ 310348 w 2368482"/>
              <a:gd name="connsiteY0" fmla="*/ 0 h 1862048"/>
              <a:gd name="connsiteX1" fmla="*/ 2058134 w 2368482"/>
              <a:gd name="connsiteY1" fmla="*/ 0 h 1862048"/>
              <a:gd name="connsiteX2" fmla="*/ 2368482 w 2368482"/>
              <a:gd name="connsiteY2" fmla="*/ 310348 h 1862048"/>
              <a:gd name="connsiteX3" fmla="*/ 2368482 w 2368482"/>
              <a:gd name="connsiteY3" fmla="*/ 1551700 h 1862048"/>
              <a:gd name="connsiteX4" fmla="*/ 2058134 w 2368482"/>
              <a:gd name="connsiteY4" fmla="*/ 1862048 h 1862048"/>
              <a:gd name="connsiteX5" fmla="*/ 310348 w 2368482"/>
              <a:gd name="connsiteY5" fmla="*/ 1862048 h 1862048"/>
              <a:gd name="connsiteX6" fmla="*/ 0 w 2368482"/>
              <a:gd name="connsiteY6" fmla="*/ 1551700 h 1862048"/>
              <a:gd name="connsiteX7" fmla="*/ 0 w 2368482"/>
              <a:gd name="connsiteY7" fmla="*/ 310348 h 1862048"/>
              <a:gd name="connsiteX8" fmla="*/ 310348 w 2368482"/>
              <a:gd name="connsiteY8" fmla="*/ 0 h 186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8482" h="1862048">
                <a:moveTo>
                  <a:pt x="310348" y="0"/>
                </a:moveTo>
                <a:lnTo>
                  <a:pt x="2058134" y="0"/>
                </a:lnTo>
                <a:cubicBezTo>
                  <a:pt x="2229534" y="0"/>
                  <a:pt x="2368482" y="138948"/>
                  <a:pt x="2368482" y="310348"/>
                </a:cubicBezTo>
                <a:lnTo>
                  <a:pt x="2368482" y="1551700"/>
                </a:lnTo>
                <a:cubicBezTo>
                  <a:pt x="2368482" y="1723100"/>
                  <a:pt x="2229534" y="1862048"/>
                  <a:pt x="2058134" y="1862048"/>
                </a:cubicBezTo>
                <a:lnTo>
                  <a:pt x="310348" y="1862048"/>
                </a:lnTo>
                <a:cubicBezTo>
                  <a:pt x="138948" y="1862048"/>
                  <a:pt x="0" y="1723100"/>
                  <a:pt x="0" y="1551700"/>
                </a:cubicBezTo>
                <a:lnTo>
                  <a:pt x="0" y="310348"/>
                </a:lnTo>
                <a:cubicBezTo>
                  <a:pt x="0" y="138948"/>
                  <a:pt x="138948" y="0"/>
                  <a:pt x="31034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8" name="Picture Placeholder 17">
            <a:extLst>
              <a:ext uri="{FF2B5EF4-FFF2-40B4-BE49-F238E27FC236}">
                <a16:creationId xmlns:a16="http://schemas.microsoft.com/office/drawing/2014/main" id="{00E9945D-DBD7-96A7-9D3E-72D42FB9B57E}"/>
              </a:ext>
            </a:extLst>
          </p:cNvPr>
          <p:cNvSpPr>
            <a:spLocks noGrp="1"/>
          </p:cNvSpPr>
          <p:nvPr>
            <p:ph type="pic" sz="quarter" idx="14"/>
          </p:nvPr>
        </p:nvSpPr>
        <p:spPr>
          <a:xfrm>
            <a:off x="5497630" y="4309910"/>
            <a:ext cx="3118311" cy="1862048"/>
          </a:xfrm>
          <a:custGeom>
            <a:avLst/>
            <a:gdLst>
              <a:gd name="connsiteX0" fmla="*/ 310348 w 3118311"/>
              <a:gd name="connsiteY0" fmla="*/ 0 h 1862048"/>
              <a:gd name="connsiteX1" fmla="*/ 2807963 w 3118311"/>
              <a:gd name="connsiteY1" fmla="*/ 0 h 1862048"/>
              <a:gd name="connsiteX2" fmla="*/ 3118311 w 3118311"/>
              <a:gd name="connsiteY2" fmla="*/ 310348 h 1862048"/>
              <a:gd name="connsiteX3" fmla="*/ 3118311 w 3118311"/>
              <a:gd name="connsiteY3" fmla="*/ 1551700 h 1862048"/>
              <a:gd name="connsiteX4" fmla="*/ 2807963 w 3118311"/>
              <a:gd name="connsiteY4" fmla="*/ 1862048 h 1862048"/>
              <a:gd name="connsiteX5" fmla="*/ 310348 w 3118311"/>
              <a:gd name="connsiteY5" fmla="*/ 1862048 h 1862048"/>
              <a:gd name="connsiteX6" fmla="*/ 0 w 3118311"/>
              <a:gd name="connsiteY6" fmla="*/ 1551700 h 1862048"/>
              <a:gd name="connsiteX7" fmla="*/ 0 w 3118311"/>
              <a:gd name="connsiteY7" fmla="*/ 310348 h 1862048"/>
              <a:gd name="connsiteX8" fmla="*/ 310348 w 3118311"/>
              <a:gd name="connsiteY8" fmla="*/ 0 h 186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8311" h="1862048">
                <a:moveTo>
                  <a:pt x="310348" y="0"/>
                </a:moveTo>
                <a:lnTo>
                  <a:pt x="2807963" y="0"/>
                </a:lnTo>
                <a:cubicBezTo>
                  <a:pt x="2979363" y="0"/>
                  <a:pt x="3118311" y="138948"/>
                  <a:pt x="3118311" y="310348"/>
                </a:cubicBezTo>
                <a:lnTo>
                  <a:pt x="3118311" y="1551700"/>
                </a:lnTo>
                <a:cubicBezTo>
                  <a:pt x="3118311" y="1723100"/>
                  <a:pt x="2979363" y="1862048"/>
                  <a:pt x="2807963" y="1862048"/>
                </a:cubicBezTo>
                <a:lnTo>
                  <a:pt x="310348" y="1862048"/>
                </a:lnTo>
                <a:cubicBezTo>
                  <a:pt x="138948" y="1862048"/>
                  <a:pt x="0" y="1723100"/>
                  <a:pt x="0" y="1551700"/>
                </a:cubicBezTo>
                <a:lnTo>
                  <a:pt x="0" y="310348"/>
                </a:lnTo>
                <a:cubicBezTo>
                  <a:pt x="0" y="138948"/>
                  <a:pt x="138948" y="0"/>
                  <a:pt x="31034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9" name="Picture Placeholder 18">
            <a:extLst>
              <a:ext uri="{FF2B5EF4-FFF2-40B4-BE49-F238E27FC236}">
                <a16:creationId xmlns:a16="http://schemas.microsoft.com/office/drawing/2014/main" id="{FFC268BC-779F-8532-9BDB-1B02CBEF69DE}"/>
              </a:ext>
            </a:extLst>
          </p:cNvPr>
          <p:cNvSpPr>
            <a:spLocks noGrp="1"/>
          </p:cNvSpPr>
          <p:nvPr>
            <p:ph type="pic" sz="quarter" idx="15"/>
          </p:nvPr>
        </p:nvSpPr>
        <p:spPr>
          <a:xfrm>
            <a:off x="8783516" y="4310152"/>
            <a:ext cx="2341685" cy="1862048"/>
          </a:xfrm>
          <a:custGeom>
            <a:avLst/>
            <a:gdLst>
              <a:gd name="connsiteX0" fmla="*/ 310348 w 2341685"/>
              <a:gd name="connsiteY0" fmla="*/ 0 h 1862048"/>
              <a:gd name="connsiteX1" fmla="*/ 2031337 w 2341685"/>
              <a:gd name="connsiteY1" fmla="*/ 0 h 1862048"/>
              <a:gd name="connsiteX2" fmla="*/ 2341685 w 2341685"/>
              <a:gd name="connsiteY2" fmla="*/ 310348 h 1862048"/>
              <a:gd name="connsiteX3" fmla="*/ 2341685 w 2341685"/>
              <a:gd name="connsiteY3" fmla="*/ 1551700 h 1862048"/>
              <a:gd name="connsiteX4" fmla="*/ 2031337 w 2341685"/>
              <a:gd name="connsiteY4" fmla="*/ 1862048 h 1862048"/>
              <a:gd name="connsiteX5" fmla="*/ 310348 w 2341685"/>
              <a:gd name="connsiteY5" fmla="*/ 1862048 h 1862048"/>
              <a:gd name="connsiteX6" fmla="*/ 0 w 2341685"/>
              <a:gd name="connsiteY6" fmla="*/ 1551700 h 1862048"/>
              <a:gd name="connsiteX7" fmla="*/ 0 w 2341685"/>
              <a:gd name="connsiteY7" fmla="*/ 310348 h 1862048"/>
              <a:gd name="connsiteX8" fmla="*/ 310348 w 2341685"/>
              <a:gd name="connsiteY8" fmla="*/ 0 h 186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1685" h="1862048">
                <a:moveTo>
                  <a:pt x="310348" y="0"/>
                </a:moveTo>
                <a:lnTo>
                  <a:pt x="2031337" y="0"/>
                </a:lnTo>
                <a:cubicBezTo>
                  <a:pt x="2202737" y="0"/>
                  <a:pt x="2341685" y="138948"/>
                  <a:pt x="2341685" y="310348"/>
                </a:cubicBezTo>
                <a:lnTo>
                  <a:pt x="2341685" y="1551700"/>
                </a:lnTo>
                <a:cubicBezTo>
                  <a:pt x="2341685" y="1723100"/>
                  <a:pt x="2202737" y="1862048"/>
                  <a:pt x="2031337" y="1862048"/>
                </a:cubicBezTo>
                <a:lnTo>
                  <a:pt x="310348" y="1862048"/>
                </a:lnTo>
                <a:cubicBezTo>
                  <a:pt x="138948" y="1862048"/>
                  <a:pt x="0" y="1723100"/>
                  <a:pt x="0" y="1551700"/>
                </a:cubicBezTo>
                <a:lnTo>
                  <a:pt x="0" y="310348"/>
                </a:lnTo>
                <a:cubicBezTo>
                  <a:pt x="0" y="138948"/>
                  <a:pt x="138948" y="0"/>
                  <a:pt x="31034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0061604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Bootstrap">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FFF866B-923D-C3F4-1704-77558F263FA0}"/>
              </a:ext>
            </a:extLst>
          </p:cNvPr>
          <p:cNvSpPr>
            <a:spLocks noGrp="1"/>
          </p:cNvSpPr>
          <p:nvPr>
            <p:ph type="pic" sz="quarter" idx="10"/>
          </p:nvPr>
        </p:nvSpPr>
        <p:spPr>
          <a:xfrm>
            <a:off x="1066802" y="685800"/>
            <a:ext cx="3220532" cy="4908714"/>
          </a:xfrm>
          <a:custGeom>
            <a:avLst/>
            <a:gdLst>
              <a:gd name="connsiteX0" fmla="*/ 1610266 w 3220532"/>
              <a:gd name="connsiteY0" fmla="*/ 0 h 4908714"/>
              <a:gd name="connsiteX1" fmla="*/ 3220532 w 3220532"/>
              <a:gd name="connsiteY1" fmla="*/ 1610266 h 4908714"/>
              <a:gd name="connsiteX2" fmla="*/ 3220532 w 3220532"/>
              <a:gd name="connsiteY2" fmla="*/ 3298448 h 4908714"/>
              <a:gd name="connsiteX3" fmla="*/ 1610266 w 3220532"/>
              <a:gd name="connsiteY3" fmla="*/ 4908714 h 4908714"/>
              <a:gd name="connsiteX4" fmla="*/ 0 w 3220532"/>
              <a:gd name="connsiteY4" fmla="*/ 3298448 h 4908714"/>
              <a:gd name="connsiteX5" fmla="*/ 0 w 3220532"/>
              <a:gd name="connsiteY5" fmla="*/ 1610266 h 4908714"/>
              <a:gd name="connsiteX6" fmla="*/ 1610266 w 3220532"/>
              <a:gd name="connsiteY6" fmla="*/ 0 h 490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0532" h="4908714">
                <a:moveTo>
                  <a:pt x="1610266" y="0"/>
                </a:moveTo>
                <a:cubicBezTo>
                  <a:pt x="2499591" y="0"/>
                  <a:pt x="3220532" y="720941"/>
                  <a:pt x="3220532" y="1610266"/>
                </a:cubicBezTo>
                <a:lnTo>
                  <a:pt x="3220532" y="3298448"/>
                </a:lnTo>
                <a:cubicBezTo>
                  <a:pt x="3220532" y="4187773"/>
                  <a:pt x="2499591" y="4908714"/>
                  <a:pt x="1610266" y="4908714"/>
                </a:cubicBezTo>
                <a:cubicBezTo>
                  <a:pt x="720941" y="4908714"/>
                  <a:pt x="0" y="4187773"/>
                  <a:pt x="0" y="3298448"/>
                </a:cubicBezTo>
                <a:lnTo>
                  <a:pt x="0" y="1610266"/>
                </a:lnTo>
                <a:cubicBezTo>
                  <a:pt x="0" y="720941"/>
                  <a:pt x="720941" y="0"/>
                  <a:pt x="161026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AD134D64-8F88-0645-6A96-D3FCC86BD25F}"/>
              </a:ext>
            </a:extLst>
          </p:cNvPr>
          <p:cNvSpPr>
            <a:spLocks noGrp="1"/>
          </p:cNvSpPr>
          <p:nvPr>
            <p:ph type="pic" sz="quarter" idx="11"/>
          </p:nvPr>
        </p:nvSpPr>
        <p:spPr>
          <a:xfrm>
            <a:off x="8556774" y="2257425"/>
            <a:ext cx="2568426" cy="3914777"/>
          </a:xfrm>
          <a:custGeom>
            <a:avLst/>
            <a:gdLst>
              <a:gd name="connsiteX0" fmla="*/ 1284213 w 2568426"/>
              <a:gd name="connsiteY0" fmla="*/ 0 h 3914777"/>
              <a:gd name="connsiteX1" fmla="*/ 2568426 w 2568426"/>
              <a:gd name="connsiteY1" fmla="*/ 1284213 h 3914777"/>
              <a:gd name="connsiteX2" fmla="*/ 2568425 w 2568426"/>
              <a:gd name="connsiteY2" fmla="*/ 2630564 h 3914777"/>
              <a:gd name="connsiteX3" fmla="*/ 1284212 w 2568426"/>
              <a:gd name="connsiteY3" fmla="*/ 3914777 h 3914777"/>
              <a:gd name="connsiteX4" fmla="*/ 1284213 w 2568426"/>
              <a:gd name="connsiteY4" fmla="*/ 3914776 h 3914777"/>
              <a:gd name="connsiteX5" fmla="*/ 0 w 2568426"/>
              <a:gd name="connsiteY5" fmla="*/ 2630563 h 3914777"/>
              <a:gd name="connsiteX6" fmla="*/ 0 w 2568426"/>
              <a:gd name="connsiteY6" fmla="*/ 1284213 h 3914777"/>
              <a:gd name="connsiteX7" fmla="*/ 1284213 w 2568426"/>
              <a:gd name="connsiteY7" fmla="*/ 0 h 391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8426" h="3914777">
                <a:moveTo>
                  <a:pt x="1284213" y="0"/>
                </a:moveTo>
                <a:cubicBezTo>
                  <a:pt x="1993464" y="0"/>
                  <a:pt x="2568426" y="574962"/>
                  <a:pt x="2568426" y="1284213"/>
                </a:cubicBezTo>
                <a:cubicBezTo>
                  <a:pt x="2568426" y="1732997"/>
                  <a:pt x="2568425" y="2181780"/>
                  <a:pt x="2568425" y="2630564"/>
                </a:cubicBezTo>
                <a:cubicBezTo>
                  <a:pt x="2568425" y="3339815"/>
                  <a:pt x="1993463" y="3914777"/>
                  <a:pt x="1284212" y="3914777"/>
                </a:cubicBezTo>
                <a:lnTo>
                  <a:pt x="1284213" y="3914776"/>
                </a:lnTo>
                <a:cubicBezTo>
                  <a:pt x="574962" y="3914776"/>
                  <a:pt x="0" y="3339814"/>
                  <a:pt x="0" y="2630563"/>
                </a:cubicBezTo>
                <a:lnTo>
                  <a:pt x="0" y="1284213"/>
                </a:lnTo>
                <a:cubicBezTo>
                  <a:pt x="0" y="574962"/>
                  <a:pt x="574962" y="0"/>
                  <a:pt x="128421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40611783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Bootstrap">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3FC6013-11AE-4A09-A1D5-A6F765882310}"/>
              </a:ext>
            </a:extLst>
          </p:cNvPr>
          <p:cNvSpPr>
            <a:spLocks noGrp="1"/>
          </p:cNvSpPr>
          <p:nvPr>
            <p:ph type="pic" sz="quarter" idx="10"/>
          </p:nvPr>
        </p:nvSpPr>
        <p:spPr>
          <a:xfrm>
            <a:off x="5003801" y="685800"/>
            <a:ext cx="6121400" cy="4253820"/>
          </a:xfrm>
          <a:custGeom>
            <a:avLst/>
            <a:gdLst>
              <a:gd name="connsiteX0" fmla="*/ 885305 w 6121400"/>
              <a:gd name="connsiteY0" fmla="*/ 0 h 4253820"/>
              <a:gd name="connsiteX1" fmla="*/ 5236095 w 6121400"/>
              <a:gd name="connsiteY1" fmla="*/ 0 h 4253820"/>
              <a:gd name="connsiteX2" fmla="*/ 6121400 w 6121400"/>
              <a:gd name="connsiteY2" fmla="*/ 885305 h 4253820"/>
              <a:gd name="connsiteX3" fmla="*/ 6121400 w 6121400"/>
              <a:gd name="connsiteY3" fmla="*/ 3368515 h 4253820"/>
              <a:gd name="connsiteX4" fmla="*/ 5236095 w 6121400"/>
              <a:gd name="connsiteY4" fmla="*/ 4253820 h 4253820"/>
              <a:gd name="connsiteX5" fmla="*/ 885305 w 6121400"/>
              <a:gd name="connsiteY5" fmla="*/ 4253820 h 4253820"/>
              <a:gd name="connsiteX6" fmla="*/ 0 w 6121400"/>
              <a:gd name="connsiteY6" fmla="*/ 3368515 h 4253820"/>
              <a:gd name="connsiteX7" fmla="*/ 0 w 6121400"/>
              <a:gd name="connsiteY7" fmla="*/ 885305 h 4253820"/>
              <a:gd name="connsiteX8" fmla="*/ 885305 w 6121400"/>
              <a:gd name="connsiteY8" fmla="*/ 0 h 425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1400" h="4253820">
                <a:moveTo>
                  <a:pt x="885305" y="0"/>
                </a:moveTo>
                <a:lnTo>
                  <a:pt x="5236095" y="0"/>
                </a:lnTo>
                <a:cubicBezTo>
                  <a:pt x="5725035" y="0"/>
                  <a:pt x="6121400" y="396365"/>
                  <a:pt x="6121400" y="885305"/>
                </a:cubicBezTo>
                <a:lnTo>
                  <a:pt x="6121400" y="3368515"/>
                </a:lnTo>
                <a:cubicBezTo>
                  <a:pt x="6121400" y="3857455"/>
                  <a:pt x="5725035" y="4253820"/>
                  <a:pt x="5236095" y="4253820"/>
                </a:cubicBezTo>
                <a:lnTo>
                  <a:pt x="885305" y="4253820"/>
                </a:lnTo>
                <a:cubicBezTo>
                  <a:pt x="396365" y="4253820"/>
                  <a:pt x="0" y="3857455"/>
                  <a:pt x="0" y="3368515"/>
                </a:cubicBezTo>
                <a:lnTo>
                  <a:pt x="0" y="885305"/>
                </a:lnTo>
                <a:cubicBezTo>
                  <a:pt x="0" y="396365"/>
                  <a:pt x="396365" y="0"/>
                  <a:pt x="885305"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5423710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Bootstrap">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1A298C-86B1-639E-59DC-A72A93B2C830}"/>
              </a:ext>
            </a:extLst>
          </p:cNvPr>
          <p:cNvSpPr>
            <a:spLocks noGrp="1"/>
          </p:cNvSpPr>
          <p:nvPr>
            <p:ph type="pic" sz="quarter" idx="10"/>
          </p:nvPr>
        </p:nvSpPr>
        <p:spPr>
          <a:xfrm>
            <a:off x="1075418" y="1916908"/>
            <a:ext cx="2383972" cy="1759743"/>
          </a:xfrm>
          <a:custGeom>
            <a:avLst/>
            <a:gdLst>
              <a:gd name="connsiteX0" fmla="*/ 370936 w 2383972"/>
              <a:gd name="connsiteY0" fmla="*/ 0 h 1759743"/>
              <a:gd name="connsiteX1" fmla="*/ 2013036 w 2383972"/>
              <a:gd name="connsiteY1" fmla="*/ 0 h 1759743"/>
              <a:gd name="connsiteX2" fmla="*/ 2383972 w 2383972"/>
              <a:gd name="connsiteY2" fmla="*/ 370936 h 1759743"/>
              <a:gd name="connsiteX3" fmla="*/ 2383972 w 2383972"/>
              <a:gd name="connsiteY3" fmla="*/ 1388807 h 1759743"/>
              <a:gd name="connsiteX4" fmla="*/ 2013036 w 2383972"/>
              <a:gd name="connsiteY4" fmla="*/ 1759743 h 1759743"/>
              <a:gd name="connsiteX5" fmla="*/ 370936 w 2383972"/>
              <a:gd name="connsiteY5" fmla="*/ 1759743 h 1759743"/>
              <a:gd name="connsiteX6" fmla="*/ 0 w 2383972"/>
              <a:gd name="connsiteY6" fmla="*/ 1388807 h 1759743"/>
              <a:gd name="connsiteX7" fmla="*/ 0 w 2383972"/>
              <a:gd name="connsiteY7" fmla="*/ 370936 h 1759743"/>
              <a:gd name="connsiteX8" fmla="*/ 370936 w 2383972"/>
              <a:gd name="connsiteY8" fmla="*/ 0 h 175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1759743">
                <a:moveTo>
                  <a:pt x="370936" y="0"/>
                </a:moveTo>
                <a:lnTo>
                  <a:pt x="2013036" y="0"/>
                </a:lnTo>
                <a:cubicBezTo>
                  <a:pt x="2217898" y="0"/>
                  <a:pt x="2383972" y="166074"/>
                  <a:pt x="2383972" y="370936"/>
                </a:cubicBezTo>
                <a:lnTo>
                  <a:pt x="2383972" y="1388807"/>
                </a:lnTo>
                <a:cubicBezTo>
                  <a:pt x="2383972" y="1593669"/>
                  <a:pt x="2217898" y="1759743"/>
                  <a:pt x="2013036" y="1759743"/>
                </a:cubicBezTo>
                <a:lnTo>
                  <a:pt x="370936" y="1759743"/>
                </a:lnTo>
                <a:cubicBezTo>
                  <a:pt x="166074" y="1759743"/>
                  <a:pt x="0" y="1593669"/>
                  <a:pt x="0" y="1388807"/>
                </a:cubicBezTo>
                <a:lnTo>
                  <a:pt x="0" y="370936"/>
                </a:lnTo>
                <a:cubicBezTo>
                  <a:pt x="0" y="166074"/>
                  <a:pt x="166074" y="0"/>
                  <a:pt x="37093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3" name="Picture Placeholder 12">
            <a:extLst>
              <a:ext uri="{FF2B5EF4-FFF2-40B4-BE49-F238E27FC236}">
                <a16:creationId xmlns:a16="http://schemas.microsoft.com/office/drawing/2014/main" id="{1201FBFD-5D9A-76DA-8319-EF85470F709C}"/>
              </a:ext>
            </a:extLst>
          </p:cNvPr>
          <p:cNvSpPr>
            <a:spLocks noGrp="1"/>
          </p:cNvSpPr>
          <p:nvPr>
            <p:ph type="pic" sz="quarter" idx="11"/>
          </p:nvPr>
        </p:nvSpPr>
        <p:spPr>
          <a:xfrm>
            <a:off x="1075418" y="3869532"/>
            <a:ext cx="2383972" cy="2302668"/>
          </a:xfrm>
          <a:custGeom>
            <a:avLst/>
            <a:gdLst>
              <a:gd name="connsiteX0" fmla="*/ 383786 w 2383972"/>
              <a:gd name="connsiteY0" fmla="*/ 0 h 2302668"/>
              <a:gd name="connsiteX1" fmla="*/ 2000186 w 2383972"/>
              <a:gd name="connsiteY1" fmla="*/ 0 h 2302668"/>
              <a:gd name="connsiteX2" fmla="*/ 2383972 w 2383972"/>
              <a:gd name="connsiteY2" fmla="*/ 383786 h 2302668"/>
              <a:gd name="connsiteX3" fmla="*/ 2383972 w 2383972"/>
              <a:gd name="connsiteY3" fmla="*/ 1918882 h 2302668"/>
              <a:gd name="connsiteX4" fmla="*/ 2000186 w 2383972"/>
              <a:gd name="connsiteY4" fmla="*/ 2302668 h 2302668"/>
              <a:gd name="connsiteX5" fmla="*/ 383786 w 2383972"/>
              <a:gd name="connsiteY5" fmla="*/ 2302668 h 2302668"/>
              <a:gd name="connsiteX6" fmla="*/ 0 w 2383972"/>
              <a:gd name="connsiteY6" fmla="*/ 1918882 h 2302668"/>
              <a:gd name="connsiteX7" fmla="*/ 0 w 2383972"/>
              <a:gd name="connsiteY7" fmla="*/ 383786 h 2302668"/>
              <a:gd name="connsiteX8" fmla="*/ 383786 w 2383972"/>
              <a:gd name="connsiteY8" fmla="*/ 0 h 230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2302668">
                <a:moveTo>
                  <a:pt x="383786" y="0"/>
                </a:moveTo>
                <a:lnTo>
                  <a:pt x="2000186" y="0"/>
                </a:lnTo>
                <a:cubicBezTo>
                  <a:pt x="2212145" y="0"/>
                  <a:pt x="2383972" y="171827"/>
                  <a:pt x="2383972" y="383786"/>
                </a:cubicBezTo>
                <a:lnTo>
                  <a:pt x="2383972" y="1918882"/>
                </a:lnTo>
                <a:cubicBezTo>
                  <a:pt x="2383972" y="2130841"/>
                  <a:pt x="2212145" y="2302668"/>
                  <a:pt x="2000186" y="2302668"/>
                </a:cubicBezTo>
                <a:lnTo>
                  <a:pt x="383786" y="2302668"/>
                </a:lnTo>
                <a:cubicBezTo>
                  <a:pt x="171827" y="2302668"/>
                  <a:pt x="0" y="2130841"/>
                  <a:pt x="0" y="1918882"/>
                </a:cubicBezTo>
                <a:lnTo>
                  <a:pt x="0" y="383786"/>
                </a:lnTo>
                <a:cubicBezTo>
                  <a:pt x="0" y="171827"/>
                  <a:pt x="171827" y="0"/>
                  <a:pt x="38378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5" name="Picture Placeholder 14">
            <a:extLst>
              <a:ext uri="{FF2B5EF4-FFF2-40B4-BE49-F238E27FC236}">
                <a16:creationId xmlns:a16="http://schemas.microsoft.com/office/drawing/2014/main" id="{A4876C7D-E0BC-564A-22DA-C98B2E3FF964}"/>
              </a:ext>
            </a:extLst>
          </p:cNvPr>
          <p:cNvSpPr>
            <a:spLocks noGrp="1"/>
          </p:cNvSpPr>
          <p:nvPr>
            <p:ph type="pic" sz="quarter" idx="12"/>
          </p:nvPr>
        </p:nvSpPr>
        <p:spPr>
          <a:xfrm>
            <a:off x="3636434" y="1916907"/>
            <a:ext cx="2383972" cy="2510630"/>
          </a:xfrm>
          <a:custGeom>
            <a:avLst/>
            <a:gdLst>
              <a:gd name="connsiteX0" fmla="*/ 397337 w 2383972"/>
              <a:gd name="connsiteY0" fmla="*/ 0 h 2510630"/>
              <a:gd name="connsiteX1" fmla="*/ 1986635 w 2383972"/>
              <a:gd name="connsiteY1" fmla="*/ 0 h 2510630"/>
              <a:gd name="connsiteX2" fmla="*/ 2383972 w 2383972"/>
              <a:gd name="connsiteY2" fmla="*/ 397337 h 2510630"/>
              <a:gd name="connsiteX3" fmla="*/ 2383972 w 2383972"/>
              <a:gd name="connsiteY3" fmla="*/ 2113293 h 2510630"/>
              <a:gd name="connsiteX4" fmla="*/ 1986635 w 2383972"/>
              <a:gd name="connsiteY4" fmla="*/ 2510630 h 2510630"/>
              <a:gd name="connsiteX5" fmla="*/ 397337 w 2383972"/>
              <a:gd name="connsiteY5" fmla="*/ 2510630 h 2510630"/>
              <a:gd name="connsiteX6" fmla="*/ 0 w 2383972"/>
              <a:gd name="connsiteY6" fmla="*/ 2113293 h 2510630"/>
              <a:gd name="connsiteX7" fmla="*/ 0 w 2383972"/>
              <a:gd name="connsiteY7" fmla="*/ 397337 h 2510630"/>
              <a:gd name="connsiteX8" fmla="*/ 397337 w 2383972"/>
              <a:gd name="connsiteY8" fmla="*/ 0 h 25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2510630">
                <a:moveTo>
                  <a:pt x="397337" y="0"/>
                </a:moveTo>
                <a:lnTo>
                  <a:pt x="1986635" y="0"/>
                </a:lnTo>
                <a:cubicBezTo>
                  <a:pt x="2206078" y="0"/>
                  <a:pt x="2383972" y="177894"/>
                  <a:pt x="2383972" y="397337"/>
                </a:cubicBezTo>
                <a:lnTo>
                  <a:pt x="2383972" y="2113293"/>
                </a:lnTo>
                <a:cubicBezTo>
                  <a:pt x="2383972" y="2332736"/>
                  <a:pt x="2206078" y="2510630"/>
                  <a:pt x="1986635" y="2510630"/>
                </a:cubicBezTo>
                <a:lnTo>
                  <a:pt x="397337" y="2510630"/>
                </a:lnTo>
                <a:cubicBezTo>
                  <a:pt x="177894" y="2510630"/>
                  <a:pt x="0" y="2332736"/>
                  <a:pt x="0" y="2113293"/>
                </a:cubicBezTo>
                <a:lnTo>
                  <a:pt x="0" y="397337"/>
                </a:lnTo>
                <a:cubicBezTo>
                  <a:pt x="0" y="177894"/>
                  <a:pt x="177894" y="0"/>
                  <a:pt x="397337"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7" name="Picture Placeholder 16">
            <a:extLst>
              <a:ext uri="{FF2B5EF4-FFF2-40B4-BE49-F238E27FC236}">
                <a16:creationId xmlns:a16="http://schemas.microsoft.com/office/drawing/2014/main" id="{B0FC25D9-EE95-C211-E18D-0EB7C95A02FD}"/>
              </a:ext>
            </a:extLst>
          </p:cNvPr>
          <p:cNvSpPr>
            <a:spLocks noGrp="1"/>
          </p:cNvSpPr>
          <p:nvPr>
            <p:ph type="pic" sz="quarter" idx="13"/>
          </p:nvPr>
        </p:nvSpPr>
        <p:spPr>
          <a:xfrm>
            <a:off x="3627815" y="4620419"/>
            <a:ext cx="2383972" cy="1551781"/>
          </a:xfrm>
          <a:custGeom>
            <a:avLst/>
            <a:gdLst>
              <a:gd name="connsiteX0" fmla="*/ 379410 w 2383972"/>
              <a:gd name="connsiteY0" fmla="*/ 0 h 1551781"/>
              <a:gd name="connsiteX1" fmla="*/ 2004562 w 2383972"/>
              <a:gd name="connsiteY1" fmla="*/ 0 h 1551781"/>
              <a:gd name="connsiteX2" fmla="*/ 2383972 w 2383972"/>
              <a:gd name="connsiteY2" fmla="*/ 379410 h 1551781"/>
              <a:gd name="connsiteX3" fmla="*/ 2383972 w 2383972"/>
              <a:gd name="connsiteY3" fmla="*/ 1172371 h 1551781"/>
              <a:gd name="connsiteX4" fmla="*/ 2004562 w 2383972"/>
              <a:gd name="connsiteY4" fmla="*/ 1551781 h 1551781"/>
              <a:gd name="connsiteX5" fmla="*/ 379410 w 2383972"/>
              <a:gd name="connsiteY5" fmla="*/ 1551781 h 1551781"/>
              <a:gd name="connsiteX6" fmla="*/ 0 w 2383972"/>
              <a:gd name="connsiteY6" fmla="*/ 1172371 h 1551781"/>
              <a:gd name="connsiteX7" fmla="*/ 0 w 2383972"/>
              <a:gd name="connsiteY7" fmla="*/ 379410 h 1551781"/>
              <a:gd name="connsiteX8" fmla="*/ 379410 w 2383972"/>
              <a:gd name="connsiteY8" fmla="*/ 0 h 1551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1551781">
                <a:moveTo>
                  <a:pt x="379410" y="0"/>
                </a:moveTo>
                <a:lnTo>
                  <a:pt x="2004562" y="0"/>
                </a:lnTo>
                <a:cubicBezTo>
                  <a:pt x="2214104" y="0"/>
                  <a:pt x="2383972" y="169868"/>
                  <a:pt x="2383972" y="379410"/>
                </a:cubicBezTo>
                <a:lnTo>
                  <a:pt x="2383972" y="1172371"/>
                </a:lnTo>
                <a:cubicBezTo>
                  <a:pt x="2383972" y="1381913"/>
                  <a:pt x="2214104" y="1551781"/>
                  <a:pt x="2004562" y="1551781"/>
                </a:cubicBezTo>
                <a:lnTo>
                  <a:pt x="379410" y="1551781"/>
                </a:lnTo>
                <a:cubicBezTo>
                  <a:pt x="169868" y="1551781"/>
                  <a:pt x="0" y="1381913"/>
                  <a:pt x="0" y="1172371"/>
                </a:cubicBezTo>
                <a:lnTo>
                  <a:pt x="0" y="379410"/>
                </a:lnTo>
                <a:cubicBezTo>
                  <a:pt x="0" y="169868"/>
                  <a:pt x="169868" y="0"/>
                  <a:pt x="37941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9" name="Picture Placeholder 18">
            <a:extLst>
              <a:ext uri="{FF2B5EF4-FFF2-40B4-BE49-F238E27FC236}">
                <a16:creationId xmlns:a16="http://schemas.microsoft.com/office/drawing/2014/main" id="{16B83615-BF13-0EB5-326F-19EA53DB8445}"/>
              </a:ext>
            </a:extLst>
          </p:cNvPr>
          <p:cNvSpPr>
            <a:spLocks noGrp="1"/>
          </p:cNvSpPr>
          <p:nvPr>
            <p:ph type="pic" sz="quarter" idx="14"/>
          </p:nvPr>
        </p:nvSpPr>
        <p:spPr>
          <a:xfrm>
            <a:off x="6180212" y="1114425"/>
            <a:ext cx="2383972" cy="3132138"/>
          </a:xfrm>
          <a:custGeom>
            <a:avLst/>
            <a:gdLst>
              <a:gd name="connsiteX0" fmla="*/ 397337 w 2383972"/>
              <a:gd name="connsiteY0" fmla="*/ 0 h 3132138"/>
              <a:gd name="connsiteX1" fmla="*/ 1986635 w 2383972"/>
              <a:gd name="connsiteY1" fmla="*/ 0 h 3132138"/>
              <a:gd name="connsiteX2" fmla="*/ 2383972 w 2383972"/>
              <a:gd name="connsiteY2" fmla="*/ 397337 h 3132138"/>
              <a:gd name="connsiteX3" fmla="*/ 2383972 w 2383972"/>
              <a:gd name="connsiteY3" fmla="*/ 2734801 h 3132138"/>
              <a:gd name="connsiteX4" fmla="*/ 1986635 w 2383972"/>
              <a:gd name="connsiteY4" fmla="*/ 3132138 h 3132138"/>
              <a:gd name="connsiteX5" fmla="*/ 397337 w 2383972"/>
              <a:gd name="connsiteY5" fmla="*/ 3132138 h 3132138"/>
              <a:gd name="connsiteX6" fmla="*/ 0 w 2383972"/>
              <a:gd name="connsiteY6" fmla="*/ 2734801 h 3132138"/>
              <a:gd name="connsiteX7" fmla="*/ 0 w 2383972"/>
              <a:gd name="connsiteY7" fmla="*/ 397337 h 3132138"/>
              <a:gd name="connsiteX8" fmla="*/ 397337 w 2383972"/>
              <a:gd name="connsiteY8" fmla="*/ 0 h 313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3132138">
                <a:moveTo>
                  <a:pt x="397337" y="0"/>
                </a:moveTo>
                <a:lnTo>
                  <a:pt x="1986635" y="0"/>
                </a:lnTo>
                <a:cubicBezTo>
                  <a:pt x="2206078" y="0"/>
                  <a:pt x="2383972" y="177894"/>
                  <a:pt x="2383972" y="397337"/>
                </a:cubicBezTo>
                <a:lnTo>
                  <a:pt x="2383972" y="2734801"/>
                </a:lnTo>
                <a:cubicBezTo>
                  <a:pt x="2383972" y="2954244"/>
                  <a:pt x="2206078" y="3132138"/>
                  <a:pt x="1986635" y="3132138"/>
                </a:cubicBezTo>
                <a:lnTo>
                  <a:pt x="397337" y="3132138"/>
                </a:lnTo>
                <a:cubicBezTo>
                  <a:pt x="177894" y="3132138"/>
                  <a:pt x="0" y="2954244"/>
                  <a:pt x="0" y="2734801"/>
                </a:cubicBezTo>
                <a:lnTo>
                  <a:pt x="0" y="397337"/>
                </a:lnTo>
                <a:cubicBezTo>
                  <a:pt x="0" y="177894"/>
                  <a:pt x="177894" y="0"/>
                  <a:pt x="397337"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21" name="Picture Placeholder 20">
            <a:extLst>
              <a:ext uri="{FF2B5EF4-FFF2-40B4-BE49-F238E27FC236}">
                <a16:creationId xmlns:a16="http://schemas.microsoft.com/office/drawing/2014/main" id="{D890C5CD-CA93-5DC1-730D-3EA76B40BC77}"/>
              </a:ext>
            </a:extLst>
          </p:cNvPr>
          <p:cNvSpPr>
            <a:spLocks noGrp="1"/>
          </p:cNvSpPr>
          <p:nvPr>
            <p:ph type="pic" sz="quarter" idx="15"/>
          </p:nvPr>
        </p:nvSpPr>
        <p:spPr>
          <a:xfrm>
            <a:off x="6180212" y="4439445"/>
            <a:ext cx="2383972" cy="1732756"/>
          </a:xfrm>
          <a:custGeom>
            <a:avLst/>
            <a:gdLst>
              <a:gd name="connsiteX0" fmla="*/ 349185 w 2383972"/>
              <a:gd name="connsiteY0" fmla="*/ 0 h 1732756"/>
              <a:gd name="connsiteX1" fmla="*/ 2034787 w 2383972"/>
              <a:gd name="connsiteY1" fmla="*/ 0 h 1732756"/>
              <a:gd name="connsiteX2" fmla="*/ 2383972 w 2383972"/>
              <a:gd name="connsiteY2" fmla="*/ 349185 h 1732756"/>
              <a:gd name="connsiteX3" fmla="*/ 2383972 w 2383972"/>
              <a:gd name="connsiteY3" fmla="*/ 1383571 h 1732756"/>
              <a:gd name="connsiteX4" fmla="*/ 2034787 w 2383972"/>
              <a:gd name="connsiteY4" fmla="*/ 1732756 h 1732756"/>
              <a:gd name="connsiteX5" fmla="*/ 349185 w 2383972"/>
              <a:gd name="connsiteY5" fmla="*/ 1732756 h 1732756"/>
              <a:gd name="connsiteX6" fmla="*/ 0 w 2383972"/>
              <a:gd name="connsiteY6" fmla="*/ 1383571 h 1732756"/>
              <a:gd name="connsiteX7" fmla="*/ 0 w 2383972"/>
              <a:gd name="connsiteY7" fmla="*/ 349185 h 1732756"/>
              <a:gd name="connsiteX8" fmla="*/ 349185 w 2383972"/>
              <a:gd name="connsiteY8" fmla="*/ 0 h 173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1732756">
                <a:moveTo>
                  <a:pt x="349185" y="0"/>
                </a:moveTo>
                <a:lnTo>
                  <a:pt x="2034787" y="0"/>
                </a:lnTo>
                <a:cubicBezTo>
                  <a:pt x="2227637" y="0"/>
                  <a:pt x="2383972" y="156335"/>
                  <a:pt x="2383972" y="349185"/>
                </a:cubicBezTo>
                <a:lnTo>
                  <a:pt x="2383972" y="1383571"/>
                </a:lnTo>
                <a:cubicBezTo>
                  <a:pt x="2383972" y="1576421"/>
                  <a:pt x="2227637" y="1732756"/>
                  <a:pt x="2034787" y="1732756"/>
                </a:cubicBezTo>
                <a:lnTo>
                  <a:pt x="349185" y="1732756"/>
                </a:lnTo>
                <a:cubicBezTo>
                  <a:pt x="156335" y="1732756"/>
                  <a:pt x="0" y="1576421"/>
                  <a:pt x="0" y="1383571"/>
                </a:cubicBezTo>
                <a:lnTo>
                  <a:pt x="0" y="349185"/>
                </a:lnTo>
                <a:cubicBezTo>
                  <a:pt x="0" y="156335"/>
                  <a:pt x="156335" y="0"/>
                  <a:pt x="349185"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23" name="Picture Placeholder 22">
            <a:extLst>
              <a:ext uri="{FF2B5EF4-FFF2-40B4-BE49-F238E27FC236}">
                <a16:creationId xmlns:a16="http://schemas.microsoft.com/office/drawing/2014/main" id="{C8A3014F-665B-FD29-DFBA-444BBDE1AD09}"/>
              </a:ext>
            </a:extLst>
          </p:cNvPr>
          <p:cNvSpPr>
            <a:spLocks noGrp="1"/>
          </p:cNvSpPr>
          <p:nvPr>
            <p:ph type="pic" sz="quarter" idx="16"/>
          </p:nvPr>
        </p:nvSpPr>
        <p:spPr>
          <a:xfrm>
            <a:off x="8741228" y="1916907"/>
            <a:ext cx="2383972" cy="1331118"/>
          </a:xfrm>
          <a:custGeom>
            <a:avLst/>
            <a:gdLst>
              <a:gd name="connsiteX0" fmla="*/ 359881 w 2383972"/>
              <a:gd name="connsiteY0" fmla="*/ 0 h 1331118"/>
              <a:gd name="connsiteX1" fmla="*/ 2024091 w 2383972"/>
              <a:gd name="connsiteY1" fmla="*/ 0 h 1331118"/>
              <a:gd name="connsiteX2" fmla="*/ 2383972 w 2383972"/>
              <a:gd name="connsiteY2" fmla="*/ 359881 h 1331118"/>
              <a:gd name="connsiteX3" fmla="*/ 2383972 w 2383972"/>
              <a:gd name="connsiteY3" fmla="*/ 971237 h 1331118"/>
              <a:gd name="connsiteX4" fmla="*/ 2024091 w 2383972"/>
              <a:gd name="connsiteY4" fmla="*/ 1331118 h 1331118"/>
              <a:gd name="connsiteX5" fmla="*/ 359881 w 2383972"/>
              <a:gd name="connsiteY5" fmla="*/ 1331118 h 1331118"/>
              <a:gd name="connsiteX6" fmla="*/ 0 w 2383972"/>
              <a:gd name="connsiteY6" fmla="*/ 971237 h 1331118"/>
              <a:gd name="connsiteX7" fmla="*/ 0 w 2383972"/>
              <a:gd name="connsiteY7" fmla="*/ 359881 h 1331118"/>
              <a:gd name="connsiteX8" fmla="*/ 359881 w 2383972"/>
              <a:gd name="connsiteY8" fmla="*/ 0 h 133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1331118">
                <a:moveTo>
                  <a:pt x="359881" y="0"/>
                </a:moveTo>
                <a:lnTo>
                  <a:pt x="2024091" y="0"/>
                </a:lnTo>
                <a:cubicBezTo>
                  <a:pt x="2222848" y="0"/>
                  <a:pt x="2383972" y="161124"/>
                  <a:pt x="2383972" y="359881"/>
                </a:cubicBezTo>
                <a:lnTo>
                  <a:pt x="2383972" y="971237"/>
                </a:lnTo>
                <a:cubicBezTo>
                  <a:pt x="2383972" y="1169994"/>
                  <a:pt x="2222848" y="1331118"/>
                  <a:pt x="2024091" y="1331118"/>
                </a:cubicBezTo>
                <a:lnTo>
                  <a:pt x="359881" y="1331118"/>
                </a:lnTo>
                <a:cubicBezTo>
                  <a:pt x="161124" y="1331118"/>
                  <a:pt x="0" y="1169994"/>
                  <a:pt x="0" y="971237"/>
                </a:cubicBezTo>
                <a:lnTo>
                  <a:pt x="0" y="359881"/>
                </a:lnTo>
                <a:cubicBezTo>
                  <a:pt x="0" y="161124"/>
                  <a:pt x="161124" y="0"/>
                  <a:pt x="359881"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25" name="Picture Placeholder 24">
            <a:extLst>
              <a:ext uri="{FF2B5EF4-FFF2-40B4-BE49-F238E27FC236}">
                <a16:creationId xmlns:a16="http://schemas.microsoft.com/office/drawing/2014/main" id="{AE195042-3C7A-D657-C486-F3B373A164E9}"/>
              </a:ext>
            </a:extLst>
          </p:cNvPr>
          <p:cNvSpPr>
            <a:spLocks noGrp="1"/>
          </p:cNvSpPr>
          <p:nvPr>
            <p:ph type="pic" sz="quarter" idx="17"/>
          </p:nvPr>
        </p:nvSpPr>
        <p:spPr>
          <a:xfrm>
            <a:off x="8741228" y="3440908"/>
            <a:ext cx="2383972" cy="2731292"/>
          </a:xfrm>
          <a:custGeom>
            <a:avLst/>
            <a:gdLst>
              <a:gd name="connsiteX0" fmla="*/ 397337 w 2383972"/>
              <a:gd name="connsiteY0" fmla="*/ 0 h 2731292"/>
              <a:gd name="connsiteX1" fmla="*/ 1986635 w 2383972"/>
              <a:gd name="connsiteY1" fmla="*/ 0 h 2731292"/>
              <a:gd name="connsiteX2" fmla="*/ 2383972 w 2383972"/>
              <a:gd name="connsiteY2" fmla="*/ 397337 h 2731292"/>
              <a:gd name="connsiteX3" fmla="*/ 2383972 w 2383972"/>
              <a:gd name="connsiteY3" fmla="*/ 2333955 h 2731292"/>
              <a:gd name="connsiteX4" fmla="*/ 1986635 w 2383972"/>
              <a:gd name="connsiteY4" fmla="*/ 2731292 h 2731292"/>
              <a:gd name="connsiteX5" fmla="*/ 397337 w 2383972"/>
              <a:gd name="connsiteY5" fmla="*/ 2731292 h 2731292"/>
              <a:gd name="connsiteX6" fmla="*/ 0 w 2383972"/>
              <a:gd name="connsiteY6" fmla="*/ 2333955 h 2731292"/>
              <a:gd name="connsiteX7" fmla="*/ 0 w 2383972"/>
              <a:gd name="connsiteY7" fmla="*/ 397337 h 2731292"/>
              <a:gd name="connsiteX8" fmla="*/ 397337 w 2383972"/>
              <a:gd name="connsiteY8" fmla="*/ 0 h 273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3972" h="2731292">
                <a:moveTo>
                  <a:pt x="397337" y="0"/>
                </a:moveTo>
                <a:lnTo>
                  <a:pt x="1986635" y="0"/>
                </a:lnTo>
                <a:cubicBezTo>
                  <a:pt x="2206078" y="0"/>
                  <a:pt x="2383972" y="177894"/>
                  <a:pt x="2383972" y="397337"/>
                </a:cubicBezTo>
                <a:lnTo>
                  <a:pt x="2383972" y="2333955"/>
                </a:lnTo>
                <a:cubicBezTo>
                  <a:pt x="2383972" y="2553398"/>
                  <a:pt x="2206078" y="2731292"/>
                  <a:pt x="1986635" y="2731292"/>
                </a:cubicBezTo>
                <a:lnTo>
                  <a:pt x="397337" y="2731292"/>
                </a:lnTo>
                <a:cubicBezTo>
                  <a:pt x="177894" y="2731292"/>
                  <a:pt x="0" y="2553398"/>
                  <a:pt x="0" y="2333955"/>
                </a:cubicBezTo>
                <a:lnTo>
                  <a:pt x="0" y="397337"/>
                </a:lnTo>
                <a:cubicBezTo>
                  <a:pt x="0" y="177894"/>
                  <a:pt x="177894" y="0"/>
                  <a:pt x="397337"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5344620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Bootstrap">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3ACAF92-6F69-976B-976C-5355254E12D2}"/>
              </a:ext>
            </a:extLst>
          </p:cNvPr>
          <p:cNvSpPr>
            <a:spLocks noGrp="1"/>
          </p:cNvSpPr>
          <p:nvPr>
            <p:ph type="pic" sz="quarter" idx="14"/>
          </p:nvPr>
        </p:nvSpPr>
        <p:spPr>
          <a:xfrm>
            <a:off x="1171576" y="2156341"/>
            <a:ext cx="4200225" cy="1919288"/>
          </a:xfrm>
          <a:custGeom>
            <a:avLst/>
            <a:gdLst>
              <a:gd name="connsiteX0" fmla="*/ 959644 w 4200225"/>
              <a:gd name="connsiteY0" fmla="*/ 0 h 1919288"/>
              <a:gd name="connsiteX1" fmla="*/ 3240581 w 4200225"/>
              <a:gd name="connsiteY1" fmla="*/ 0 h 1919288"/>
              <a:gd name="connsiteX2" fmla="*/ 4200225 w 4200225"/>
              <a:gd name="connsiteY2" fmla="*/ 959644 h 1919288"/>
              <a:gd name="connsiteX3" fmla="*/ 3240581 w 4200225"/>
              <a:gd name="connsiteY3" fmla="*/ 1919288 h 1919288"/>
              <a:gd name="connsiteX4" fmla="*/ 959644 w 4200225"/>
              <a:gd name="connsiteY4" fmla="*/ 1919288 h 1919288"/>
              <a:gd name="connsiteX5" fmla="*/ 0 w 4200225"/>
              <a:gd name="connsiteY5" fmla="*/ 959644 h 1919288"/>
              <a:gd name="connsiteX6" fmla="*/ 959644 w 4200225"/>
              <a:gd name="connsiteY6" fmla="*/ 0 h 191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0225" h="1919288">
                <a:moveTo>
                  <a:pt x="959644" y="0"/>
                </a:moveTo>
                <a:lnTo>
                  <a:pt x="3240581" y="0"/>
                </a:lnTo>
                <a:cubicBezTo>
                  <a:pt x="3770578" y="0"/>
                  <a:pt x="4200225" y="429647"/>
                  <a:pt x="4200225" y="959644"/>
                </a:cubicBezTo>
                <a:cubicBezTo>
                  <a:pt x="4200225" y="1489641"/>
                  <a:pt x="3770578" y="1919288"/>
                  <a:pt x="3240581" y="1919288"/>
                </a:cubicBezTo>
                <a:lnTo>
                  <a:pt x="959644" y="1919288"/>
                </a:lnTo>
                <a:cubicBezTo>
                  <a:pt x="429647" y="1919288"/>
                  <a:pt x="0" y="1489641"/>
                  <a:pt x="0" y="959644"/>
                </a:cubicBezTo>
                <a:cubicBezTo>
                  <a:pt x="0" y="429647"/>
                  <a:pt x="429647" y="0"/>
                  <a:pt x="95964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9" name="Picture Placeholder 8">
            <a:extLst>
              <a:ext uri="{FF2B5EF4-FFF2-40B4-BE49-F238E27FC236}">
                <a16:creationId xmlns:a16="http://schemas.microsoft.com/office/drawing/2014/main" id="{5D4EEE91-4444-5AB1-FCF0-AB207A219D57}"/>
              </a:ext>
            </a:extLst>
          </p:cNvPr>
          <p:cNvSpPr>
            <a:spLocks noGrp="1"/>
          </p:cNvSpPr>
          <p:nvPr>
            <p:ph type="pic" sz="quarter" idx="15"/>
          </p:nvPr>
        </p:nvSpPr>
        <p:spPr>
          <a:xfrm>
            <a:off x="5505450" y="2156341"/>
            <a:ext cx="3145064" cy="1919288"/>
          </a:xfrm>
          <a:custGeom>
            <a:avLst/>
            <a:gdLst>
              <a:gd name="connsiteX0" fmla="*/ 959644 w 3145064"/>
              <a:gd name="connsiteY0" fmla="*/ 0 h 1919288"/>
              <a:gd name="connsiteX1" fmla="*/ 2185420 w 3145064"/>
              <a:gd name="connsiteY1" fmla="*/ 0 h 1919288"/>
              <a:gd name="connsiteX2" fmla="*/ 3145064 w 3145064"/>
              <a:gd name="connsiteY2" fmla="*/ 959644 h 1919288"/>
              <a:gd name="connsiteX3" fmla="*/ 2185420 w 3145064"/>
              <a:gd name="connsiteY3" fmla="*/ 1919288 h 1919288"/>
              <a:gd name="connsiteX4" fmla="*/ 959644 w 3145064"/>
              <a:gd name="connsiteY4" fmla="*/ 1919288 h 1919288"/>
              <a:gd name="connsiteX5" fmla="*/ 0 w 3145064"/>
              <a:gd name="connsiteY5" fmla="*/ 959644 h 1919288"/>
              <a:gd name="connsiteX6" fmla="*/ 959644 w 3145064"/>
              <a:gd name="connsiteY6" fmla="*/ 0 h 191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45064" h="1919288">
                <a:moveTo>
                  <a:pt x="959644" y="0"/>
                </a:moveTo>
                <a:lnTo>
                  <a:pt x="2185420" y="0"/>
                </a:lnTo>
                <a:cubicBezTo>
                  <a:pt x="2715417" y="0"/>
                  <a:pt x="3145064" y="429647"/>
                  <a:pt x="3145064" y="959644"/>
                </a:cubicBezTo>
                <a:cubicBezTo>
                  <a:pt x="3145064" y="1489641"/>
                  <a:pt x="2715417" y="1919288"/>
                  <a:pt x="2185420" y="1919288"/>
                </a:cubicBezTo>
                <a:lnTo>
                  <a:pt x="959644" y="1919288"/>
                </a:lnTo>
                <a:cubicBezTo>
                  <a:pt x="429647" y="1919288"/>
                  <a:pt x="0" y="1489641"/>
                  <a:pt x="0" y="959644"/>
                </a:cubicBezTo>
                <a:cubicBezTo>
                  <a:pt x="0" y="429647"/>
                  <a:pt x="429647" y="0"/>
                  <a:pt x="95964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2" name="Picture Placeholder 11">
            <a:extLst>
              <a:ext uri="{FF2B5EF4-FFF2-40B4-BE49-F238E27FC236}">
                <a16:creationId xmlns:a16="http://schemas.microsoft.com/office/drawing/2014/main" id="{0FFDD351-4441-7030-2FF3-1734E459F276}"/>
              </a:ext>
            </a:extLst>
          </p:cNvPr>
          <p:cNvSpPr>
            <a:spLocks noGrp="1"/>
          </p:cNvSpPr>
          <p:nvPr>
            <p:ph type="pic" sz="quarter" idx="16"/>
          </p:nvPr>
        </p:nvSpPr>
        <p:spPr>
          <a:xfrm>
            <a:off x="3667426" y="4252912"/>
            <a:ext cx="3685875" cy="1919288"/>
          </a:xfrm>
          <a:custGeom>
            <a:avLst/>
            <a:gdLst>
              <a:gd name="connsiteX0" fmla="*/ 959644 w 3685875"/>
              <a:gd name="connsiteY0" fmla="*/ 0 h 1919288"/>
              <a:gd name="connsiteX1" fmla="*/ 2726231 w 3685875"/>
              <a:gd name="connsiteY1" fmla="*/ 0 h 1919288"/>
              <a:gd name="connsiteX2" fmla="*/ 3685875 w 3685875"/>
              <a:gd name="connsiteY2" fmla="*/ 959644 h 1919288"/>
              <a:gd name="connsiteX3" fmla="*/ 2726231 w 3685875"/>
              <a:gd name="connsiteY3" fmla="*/ 1919288 h 1919288"/>
              <a:gd name="connsiteX4" fmla="*/ 959644 w 3685875"/>
              <a:gd name="connsiteY4" fmla="*/ 1919288 h 1919288"/>
              <a:gd name="connsiteX5" fmla="*/ 0 w 3685875"/>
              <a:gd name="connsiteY5" fmla="*/ 959644 h 1919288"/>
              <a:gd name="connsiteX6" fmla="*/ 959644 w 3685875"/>
              <a:gd name="connsiteY6" fmla="*/ 0 h 191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5875" h="1919288">
                <a:moveTo>
                  <a:pt x="959644" y="0"/>
                </a:moveTo>
                <a:lnTo>
                  <a:pt x="2726231" y="0"/>
                </a:lnTo>
                <a:cubicBezTo>
                  <a:pt x="3256228" y="0"/>
                  <a:pt x="3685875" y="429647"/>
                  <a:pt x="3685875" y="959644"/>
                </a:cubicBezTo>
                <a:cubicBezTo>
                  <a:pt x="3685875" y="1489641"/>
                  <a:pt x="3256228" y="1919288"/>
                  <a:pt x="2726231" y="1919288"/>
                </a:cubicBezTo>
                <a:lnTo>
                  <a:pt x="959644" y="1919288"/>
                </a:lnTo>
                <a:cubicBezTo>
                  <a:pt x="429647" y="1919288"/>
                  <a:pt x="0" y="1489641"/>
                  <a:pt x="0" y="959644"/>
                </a:cubicBezTo>
                <a:cubicBezTo>
                  <a:pt x="0" y="429647"/>
                  <a:pt x="429647" y="0"/>
                  <a:pt x="95964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3" name="Picture Placeholder 12">
            <a:extLst>
              <a:ext uri="{FF2B5EF4-FFF2-40B4-BE49-F238E27FC236}">
                <a16:creationId xmlns:a16="http://schemas.microsoft.com/office/drawing/2014/main" id="{D4FF96F4-A920-C2E2-AAB3-9ADAC4EF3975}"/>
              </a:ext>
            </a:extLst>
          </p:cNvPr>
          <p:cNvSpPr>
            <a:spLocks noGrp="1"/>
          </p:cNvSpPr>
          <p:nvPr>
            <p:ph type="pic" sz="quarter" idx="17"/>
          </p:nvPr>
        </p:nvSpPr>
        <p:spPr>
          <a:xfrm>
            <a:off x="7486951" y="4252912"/>
            <a:ext cx="3638249" cy="1919288"/>
          </a:xfrm>
          <a:custGeom>
            <a:avLst/>
            <a:gdLst>
              <a:gd name="connsiteX0" fmla="*/ 959644 w 3638249"/>
              <a:gd name="connsiteY0" fmla="*/ 0 h 1919288"/>
              <a:gd name="connsiteX1" fmla="*/ 2678605 w 3638249"/>
              <a:gd name="connsiteY1" fmla="*/ 0 h 1919288"/>
              <a:gd name="connsiteX2" fmla="*/ 3638249 w 3638249"/>
              <a:gd name="connsiteY2" fmla="*/ 959644 h 1919288"/>
              <a:gd name="connsiteX3" fmla="*/ 2678605 w 3638249"/>
              <a:gd name="connsiteY3" fmla="*/ 1919288 h 1919288"/>
              <a:gd name="connsiteX4" fmla="*/ 959644 w 3638249"/>
              <a:gd name="connsiteY4" fmla="*/ 1919288 h 1919288"/>
              <a:gd name="connsiteX5" fmla="*/ 0 w 3638249"/>
              <a:gd name="connsiteY5" fmla="*/ 959644 h 1919288"/>
              <a:gd name="connsiteX6" fmla="*/ 959644 w 3638249"/>
              <a:gd name="connsiteY6" fmla="*/ 0 h 191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8249" h="1919288">
                <a:moveTo>
                  <a:pt x="959644" y="0"/>
                </a:moveTo>
                <a:lnTo>
                  <a:pt x="2678605" y="0"/>
                </a:lnTo>
                <a:cubicBezTo>
                  <a:pt x="3208602" y="0"/>
                  <a:pt x="3638249" y="429647"/>
                  <a:pt x="3638249" y="959644"/>
                </a:cubicBezTo>
                <a:cubicBezTo>
                  <a:pt x="3638249" y="1489641"/>
                  <a:pt x="3208602" y="1919288"/>
                  <a:pt x="2678605" y="1919288"/>
                </a:cubicBezTo>
                <a:lnTo>
                  <a:pt x="959644" y="1919288"/>
                </a:lnTo>
                <a:cubicBezTo>
                  <a:pt x="429647" y="1919288"/>
                  <a:pt x="0" y="1489641"/>
                  <a:pt x="0" y="959644"/>
                </a:cubicBezTo>
                <a:cubicBezTo>
                  <a:pt x="0" y="429647"/>
                  <a:pt x="429647" y="0"/>
                  <a:pt x="95964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3540736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2C52191-26D1-925A-FF62-6CD8C06C7419}"/>
              </a:ext>
            </a:extLst>
          </p:cNvPr>
          <p:cNvSpPr>
            <a:spLocks noGrp="1"/>
          </p:cNvSpPr>
          <p:nvPr>
            <p:ph type="pic" sz="quarter" idx="14"/>
          </p:nvPr>
        </p:nvSpPr>
        <p:spPr>
          <a:xfrm>
            <a:off x="7107070" y="685800"/>
            <a:ext cx="4005526" cy="5486400"/>
          </a:xfrm>
          <a:custGeom>
            <a:avLst/>
            <a:gdLst>
              <a:gd name="connsiteX0" fmla="*/ 2002763 w 4005526"/>
              <a:gd name="connsiteY0" fmla="*/ 0 h 5486400"/>
              <a:gd name="connsiteX1" fmla="*/ 4005526 w 4005526"/>
              <a:gd name="connsiteY1" fmla="*/ 2002763 h 5486400"/>
              <a:gd name="connsiteX2" fmla="*/ 4005526 w 4005526"/>
              <a:gd name="connsiteY2" fmla="*/ 3483637 h 5486400"/>
              <a:gd name="connsiteX3" fmla="*/ 2002763 w 4005526"/>
              <a:gd name="connsiteY3" fmla="*/ 5486400 h 5486400"/>
              <a:gd name="connsiteX4" fmla="*/ 0 w 4005526"/>
              <a:gd name="connsiteY4" fmla="*/ 3483637 h 5486400"/>
              <a:gd name="connsiteX5" fmla="*/ 0 w 4005526"/>
              <a:gd name="connsiteY5" fmla="*/ 2002763 h 5486400"/>
              <a:gd name="connsiteX6" fmla="*/ 2002763 w 4005526"/>
              <a:gd name="connsiteY6"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05526" h="5486400">
                <a:moveTo>
                  <a:pt x="2002763" y="0"/>
                </a:moveTo>
                <a:cubicBezTo>
                  <a:pt x="3108858" y="0"/>
                  <a:pt x="4005526" y="896668"/>
                  <a:pt x="4005526" y="2002763"/>
                </a:cubicBezTo>
                <a:lnTo>
                  <a:pt x="4005526" y="3483637"/>
                </a:lnTo>
                <a:cubicBezTo>
                  <a:pt x="4005526" y="4589732"/>
                  <a:pt x="3108858" y="5486400"/>
                  <a:pt x="2002763" y="5486400"/>
                </a:cubicBezTo>
                <a:cubicBezTo>
                  <a:pt x="896668" y="5486400"/>
                  <a:pt x="0" y="4589732"/>
                  <a:pt x="0" y="3483637"/>
                </a:cubicBezTo>
                <a:lnTo>
                  <a:pt x="0" y="2002763"/>
                </a:lnTo>
                <a:cubicBezTo>
                  <a:pt x="0" y="896668"/>
                  <a:pt x="896668" y="0"/>
                  <a:pt x="200276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5918662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5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CB20045-2E08-608B-F9A7-EEBCC5A72C25}"/>
              </a:ext>
            </a:extLst>
          </p:cNvPr>
          <p:cNvSpPr>
            <a:spLocks noGrp="1"/>
          </p:cNvSpPr>
          <p:nvPr>
            <p:ph type="pic" sz="quarter" idx="14"/>
          </p:nvPr>
        </p:nvSpPr>
        <p:spPr>
          <a:xfrm>
            <a:off x="6235964" y="685800"/>
            <a:ext cx="4216136" cy="5486399"/>
          </a:xfrm>
          <a:custGeom>
            <a:avLst/>
            <a:gdLst>
              <a:gd name="connsiteX0" fmla="*/ 503913 w 4216136"/>
              <a:gd name="connsiteY0" fmla="*/ 0 h 5486399"/>
              <a:gd name="connsiteX1" fmla="*/ 3712223 w 4216136"/>
              <a:gd name="connsiteY1" fmla="*/ 0 h 5486399"/>
              <a:gd name="connsiteX2" fmla="*/ 4216136 w 4216136"/>
              <a:gd name="connsiteY2" fmla="*/ 503913 h 5486399"/>
              <a:gd name="connsiteX3" fmla="*/ 4216136 w 4216136"/>
              <a:gd name="connsiteY3" fmla="*/ 4982486 h 5486399"/>
              <a:gd name="connsiteX4" fmla="*/ 3712223 w 4216136"/>
              <a:gd name="connsiteY4" fmla="*/ 5486399 h 5486399"/>
              <a:gd name="connsiteX5" fmla="*/ 503913 w 4216136"/>
              <a:gd name="connsiteY5" fmla="*/ 5486399 h 5486399"/>
              <a:gd name="connsiteX6" fmla="*/ 0 w 4216136"/>
              <a:gd name="connsiteY6" fmla="*/ 4982486 h 5486399"/>
              <a:gd name="connsiteX7" fmla="*/ 0 w 4216136"/>
              <a:gd name="connsiteY7" fmla="*/ 503913 h 5486399"/>
              <a:gd name="connsiteX8" fmla="*/ 503913 w 4216136"/>
              <a:gd name="connsiteY8" fmla="*/ 0 h 548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6136" h="5486399">
                <a:moveTo>
                  <a:pt x="503913" y="0"/>
                </a:moveTo>
                <a:lnTo>
                  <a:pt x="3712223" y="0"/>
                </a:lnTo>
                <a:cubicBezTo>
                  <a:pt x="3990526" y="0"/>
                  <a:pt x="4216136" y="225610"/>
                  <a:pt x="4216136" y="503913"/>
                </a:cubicBezTo>
                <a:lnTo>
                  <a:pt x="4216136" y="4982486"/>
                </a:lnTo>
                <a:cubicBezTo>
                  <a:pt x="4216136" y="5260789"/>
                  <a:pt x="3990526" y="5486399"/>
                  <a:pt x="3712223" y="5486399"/>
                </a:cubicBezTo>
                <a:lnTo>
                  <a:pt x="503913" y="5486399"/>
                </a:lnTo>
                <a:cubicBezTo>
                  <a:pt x="225610" y="5486399"/>
                  <a:pt x="0" y="5260789"/>
                  <a:pt x="0" y="4982486"/>
                </a:cubicBezTo>
                <a:lnTo>
                  <a:pt x="0" y="503913"/>
                </a:lnTo>
                <a:cubicBezTo>
                  <a:pt x="0" y="225610"/>
                  <a:pt x="225610" y="0"/>
                  <a:pt x="50391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9981459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0E269EA-4D6B-D1FC-EE65-CAC0406FB0FB}"/>
              </a:ext>
            </a:extLst>
          </p:cNvPr>
          <p:cNvSpPr>
            <a:spLocks noGrp="1"/>
          </p:cNvSpPr>
          <p:nvPr>
            <p:ph type="pic" sz="quarter" idx="14"/>
          </p:nvPr>
        </p:nvSpPr>
        <p:spPr>
          <a:xfrm>
            <a:off x="4922784" y="2371725"/>
            <a:ext cx="2478129" cy="3800475"/>
          </a:xfrm>
          <a:custGeom>
            <a:avLst/>
            <a:gdLst>
              <a:gd name="connsiteX0" fmla="*/ 401903 w 2478129"/>
              <a:gd name="connsiteY0" fmla="*/ 0 h 3800475"/>
              <a:gd name="connsiteX1" fmla="*/ 2076226 w 2478129"/>
              <a:gd name="connsiteY1" fmla="*/ 0 h 3800475"/>
              <a:gd name="connsiteX2" fmla="*/ 2478129 w 2478129"/>
              <a:gd name="connsiteY2" fmla="*/ 401903 h 3800475"/>
              <a:gd name="connsiteX3" fmla="*/ 2478129 w 2478129"/>
              <a:gd name="connsiteY3" fmla="*/ 3398572 h 3800475"/>
              <a:gd name="connsiteX4" fmla="*/ 2076226 w 2478129"/>
              <a:gd name="connsiteY4" fmla="*/ 3800475 h 3800475"/>
              <a:gd name="connsiteX5" fmla="*/ 401903 w 2478129"/>
              <a:gd name="connsiteY5" fmla="*/ 3800475 h 3800475"/>
              <a:gd name="connsiteX6" fmla="*/ 0 w 2478129"/>
              <a:gd name="connsiteY6" fmla="*/ 3398572 h 3800475"/>
              <a:gd name="connsiteX7" fmla="*/ 0 w 2478129"/>
              <a:gd name="connsiteY7" fmla="*/ 401903 h 3800475"/>
              <a:gd name="connsiteX8" fmla="*/ 401903 w 2478129"/>
              <a:gd name="connsiteY8" fmla="*/ 0 h 380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8129" h="3800475">
                <a:moveTo>
                  <a:pt x="401903" y="0"/>
                </a:moveTo>
                <a:lnTo>
                  <a:pt x="2076226" y="0"/>
                </a:lnTo>
                <a:cubicBezTo>
                  <a:pt x="2298191" y="0"/>
                  <a:pt x="2478129" y="179938"/>
                  <a:pt x="2478129" y="401903"/>
                </a:cubicBezTo>
                <a:lnTo>
                  <a:pt x="2478129" y="3398572"/>
                </a:lnTo>
                <a:cubicBezTo>
                  <a:pt x="2478129" y="3620537"/>
                  <a:pt x="2298191" y="3800475"/>
                  <a:pt x="2076226" y="3800475"/>
                </a:cubicBezTo>
                <a:lnTo>
                  <a:pt x="401903" y="3800475"/>
                </a:lnTo>
                <a:cubicBezTo>
                  <a:pt x="179938" y="3800475"/>
                  <a:pt x="0" y="3620537"/>
                  <a:pt x="0" y="3398572"/>
                </a:cubicBezTo>
                <a:lnTo>
                  <a:pt x="0" y="401903"/>
                </a:lnTo>
                <a:cubicBezTo>
                  <a:pt x="0" y="179938"/>
                  <a:pt x="179938" y="0"/>
                  <a:pt x="40190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5CE44AEE-1484-67FB-C616-409E39690C64}"/>
              </a:ext>
            </a:extLst>
          </p:cNvPr>
          <p:cNvSpPr>
            <a:spLocks noGrp="1"/>
          </p:cNvSpPr>
          <p:nvPr>
            <p:ph type="pic" sz="quarter" idx="15"/>
          </p:nvPr>
        </p:nvSpPr>
        <p:spPr>
          <a:xfrm>
            <a:off x="7542146" y="1376779"/>
            <a:ext cx="3583054" cy="4795421"/>
          </a:xfrm>
          <a:custGeom>
            <a:avLst/>
            <a:gdLst>
              <a:gd name="connsiteX0" fmla="*/ 581100 w 3583054"/>
              <a:gd name="connsiteY0" fmla="*/ 0 h 4795421"/>
              <a:gd name="connsiteX1" fmla="*/ 3001954 w 3583054"/>
              <a:gd name="connsiteY1" fmla="*/ 0 h 4795421"/>
              <a:gd name="connsiteX2" fmla="*/ 3583054 w 3583054"/>
              <a:gd name="connsiteY2" fmla="*/ 581100 h 4795421"/>
              <a:gd name="connsiteX3" fmla="*/ 3583054 w 3583054"/>
              <a:gd name="connsiteY3" fmla="*/ 4214321 h 4795421"/>
              <a:gd name="connsiteX4" fmla="*/ 3001954 w 3583054"/>
              <a:gd name="connsiteY4" fmla="*/ 4795421 h 4795421"/>
              <a:gd name="connsiteX5" fmla="*/ 581100 w 3583054"/>
              <a:gd name="connsiteY5" fmla="*/ 4795421 h 4795421"/>
              <a:gd name="connsiteX6" fmla="*/ 0 w 3583054"/>
              <a:gd name="connsiteY6" fmla="*/ 4214321 h 4795421"/>
              <a:gd name="connsiteX7" fmla="*/ 0 w 3583054"/>
              <a:gd name="connsiteY7" fmla="*/ 581100 h 4795421"/>
              <a:gd name="connsiteX8" fmla="*/ 581100 w 3583054"/>
              <a:gd name="connsiteY8" fmla="*/ 0 h 4795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3054" h="4795421">
                <a:moveTo>
                  <a:pt x="581100" y="0"/>
                </a:moveTo>
                <a:lnTo>
                  <a:pt x="3001954" y="0"/>
                </a:lnTo>
                <a:cubicBezTo>
                  <a:pt x="3322887" y="0"/>
                  <a:pt x="3583054" y="260167"/>
                  <a:pt x="3583054" y="581100"/>
                </a:cubicBezTo>
                <a:lnTo>
                  <a:pt x="3583054" y="4214321"/>
                </a:lnTo>
                <a:cubicBezTo>
                  <a:pt x="3583054" y="4535254"/>
                  <a:pt x="3322887" y="4795421"/>
                  <a:pt x="3001954" y="4795421"/>
                </a:cubicBezTo>
                <a:lnTo>
                  <a:pt x="581100" y="4795421"/>
                </a:lnTo>
                <a:cubicBezTo>
                  <a:pt x="260167" y="4795421"/>
                  <a:pt x="0" y="4535254"/>
                  <a:pt x="0" y="4214321"/>
                </a:cubicBezTo>
                <a:lnTo>
                  <a:pt x="0" y="581100"/>
                </a:lnTo>
                <a:cubicBezTo>
                  <a:pt x="0" y="260167"/>
                  <a:pt x="260167" y="0"/>
                  <a:pt x="58110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395755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Bootstrap">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06EC474-47C9-A8E4-E6EF-6921D7B3B4D3}"/>
              </a:ext>
            </a:extLst>
          </p:cNvPr>
          <p:cNvSpPr>
            <a:spLocks noGrp="1"/>
          </p:cNvSpPr>
          <p:nvPr>
            <p:ph type="pic" sz="quarter" idx="14"/>
          </p:nvPr>
        </p:nvSpPr>
        <p:spPr>
          <a:xfrm>
            <a:off x="5011951" y="1254377"/>
            <a:ext cx="6089384" cy="3769665"/>
          </a:xfrm>
          <a:prstGeom prst="rect">
            <a:avLst/>
          </a:pr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4008465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Bootstrap">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D54508C-6B6D-04F7-764E-1216F07BAAD8}"/>
              </a:ext>
            </a:extLst>
          </p:cNvPr>
          <p:cNvSpPr>
            <a:spLocks noGrp="1"/>
          </p:cNvSpPr>
          <p:nvPr>
            <p:ph type="pic" sz="quarter" idx="14"/>
          </p:nvPr>
        </p:nvSpPr>
        <p:spPr>
          <a:xfrm>
            <a:off x="6537271" y="1013454"/>
            <a:ext cx="5654729" cy="4614331"/>
          </a:xfrm>
          <a:prstGeom prst="rect">
            <a:avLst/>
          </a:pr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2023187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9_Bootstrap">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FF105FB5-2D13-6571-64A9-552A4B6B8AE6}"/>
              </a:ext>
            </a:extLst>
          </p:cNvPr>
          <p:cNvSpPr>
            <a:spLocks noGrp="1"/>
          </p:cNvSpPr>
          <p:nvPr>
            <p:ph type="pic" sz="quarter" idx="15"/>
          </p:nvPr>
        </p:nvSpPr>
        <p:spPr>
          <a:xfrm>
            <a:off x="3057348" y="2893702"/>
            <a:ext cx="2505720" cy="3964298"/>
          </a:xfrm>
          <a:custGeom>
            <a:avLst/>
            <a:gdLst>
              <a:gd name="connsiteX0" fmla="*/ 178633 w 2505720"/>
              <a:gd name="connsiteY0" fmla="*/ 0 h 3964298"/>
              <a:gd name="connsiteX1" fmla="*/ 2327087 w 2505720"/>
              <a:gd name="connsiteY1" fmla="*/ 0 h 3964298"/>
              <a:gd name="connsiteX2" fmla="*/ 2505720 w 2505720"/>
              <a:gd name="connsiteY2" fmla="*/ 178633 h 3964298"/>
              <a:gd name="connsiteX3" fmla="*/ 2505720 w 2505720"/>
              <a:gd name="connsiteY3" fmla="*/ 3964298 h 3964298"/>
              <a:gd name="connsiteX4" fmla="*/ 0 w 2505720"/>
              <a:gd name="connsiteY4" fmla="*/ 3964298 h 3964298"/>
              <a:gd name="connsiteX5" fmla="*/ 0 w 2505720"/>
              <a:gd name="connsiteY5" fmla="*/ 178633 h 3964298"/>
              <a:gd name="connsiteX6" fmla="*/ 178633 w 2505720"/>
              <a:gd name="connsiteY6" fmla="*/ 0 h 3964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5720" h="3964298">
                <a:moveTo>
                  <a:pt x="178633" y="0"/>
                </a:moveTo>
                <a:lnTo>
                  <a:pt x="2327087" y="0"/>
                </a:lnTo>
                <a:cubicBezTo>
                  <a:pt x="2425743" y="0"/>
                  <a:pt x="2505720" y="79977"/>
                  <a:pt x="2505720" y="178633"/>
                </a:cubicBezTo>
                <a:lnTo>
                  <a:pt x="2505720" y="3964298"/>
                </a:lnTo>
                <a:lnTo>
                  <a:pt x="0" y="3964298"/>
                </a:lnTo>
                <a:lnTo>
                  <a:pt x="0" y="178633"/>
                </a:lnTo>
                <a:cubicBezTo>
                  <a:pt x="0" y="79977"/>
                  <a:pt x="79977" y="0"/>
                  <a:pt x="17863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1" name="Picture Placeholder 10">
            <a:extLst>
              <a:ext uri="{FF2B5EF4-FFF2-40B4-BE49-F238E27FC236}">
                <a16:creationId xmlns:a16="http://schemas.microsoft.com/office/drawing/2014/main" id="{781C34C0-25FA-D2BC-22DD-573D0D05B51C}"/>
              </a:ext>
            </a:extLst>
          </p:cNvPr>
          <p:cNvSpPr>
            <a:spLocks noGrp="1"/>
          </p:cNvSpPr>
          <p:nvPr>
            <p:ph type="pic" sz="quarter" idx="14"/>
          </p:nvPr>
        </p:nvSpPr>
        <p:spPr>
          <a:xfrm>
            <a:off x="1391070" y="3771106"/>
            <a:ext cx="2110808" cy="3086895"/>
          </a:xfrm>
          <a:custGeom>
            <a:avLst/>
            <a:gdLst>
              <a:gd name="connsiteX0" fmla="*/ 150480 w 2110808"/>
              <a:gd name="connsiteY0" fmla="*/ 0 h 3086895"/>
              <a:gd name="connsiteX1" fmla="*/ 1960328 w 2110808"/>
              <a:gd name="connsiteY1" fmla="*/ 0 h 3086895"/>
              <a:gd name="connsiteX2" fmla="*/ 2110808 w 2110808"/>
              <a:gd name="connsiteY2" fmla="*/ 150480 h 3086895"/>
              <a:gd name="connsiteX3" fmla="*/ 2110808 w 2110808"/>
              <a:gd name="connsiteY3" fmla="*/ 3086895 h 3086895"/>
              <a:gd name="connsiteX4" fmla="*/ 0 w 2110808"/>
              <a:gd name="connsiteY4" fmla="*/ 3086895 h 3086895"/>
              <a:gd name="connsiteX5" fmla="*/ 0 w 2110808"/>
              <a:gd name="connsiteY5" fmla="*/ 150480 h 3086895"/>
              <a:gd name="connsiteX6" fmla="*/ 150480 w 2110808"/>
              <a:gd name="connsiteY6" fmla="*/ 0 h 308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0808" h="3086895">
                <a:moveTo>
                  <a:pt x="150480" y="0"/>
                </a:moveTo>
                <a:lnTo>
                  <a:pt x="1960328" y="0"/>
                </a:lnTo>
                <a:cubicBezTo>
                  <a:pt x="2043436" y="0"/>
                  <a:pt x="2110808" y="67372"/>
                  <a:pt x="2110808" y="150480"/>
                </a:cubicBezTo>
                <a:lnTo>
                  <a:pt x="2110808" y="3086895"/>
                </a:lnTo>
                <a:lnTo>
                  <a:pt x="0" y="3086895"/>
                </a:lnTo>
                <a:lnTo>
                  <a:pt x="0" y="150480"/>
                </a:lnTo>
                <a:cubicBezTo>
                  <a:pt x="0" y="67372"/>
                  <a:pt x="67372" y="0"/>
                  <a:pt x="15048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40591205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0_Bootstrap">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A64DF41-089E-AB03-F3C6-1102C6A3769E}"/>
              </a:ext>
            </a:extLst>
          </p:cNvPr>
          <p:cNvSpPr>
            <a:spLocks noGrp="1"/>
          </p:cNvSpPr>
          <p:nvPr>
            <p:ph type="pic" sz="quarter" idx="15"/>
          </p:nvPr>
        </p:nvSpPr>
        <p:spPr>
          <a:xfrm rot="600000">
            <a:off x="7942989" y="1410851"/>
            <a:ext cx="2108840" cy="4519375"/>
          </a:xfrm>
          <a:custGeom>
            <a:avLst/>
            <a:gdLst>
              <a:gd name="connsiteX0" fmla="*/ 150339 w 2108840"/>
              <a:gd name="connsiteY0" fmla="*/ 0 h 4519375"/>
              <a:gd name="connsiteX1" fmla="*/ 1958500 w 2108840"/>
              <a:gd name="connsiteY1" fmla="*/ 0 h 4519375"/>
              <a:gd name="connsiteX2" fmla="*/ 2108840 w 2108840"/>
              <a:gd name="connsiteY2" fmla="*/ 150339 h 4519375"/>
              <a:gd name="connsiteX3" fmla="*/ 2108839 w 2108840"/>
              <a:gd name="connsiteY3" fmla="*/ 4369036 h 4519375"/>
              <a:gd name="connsiteX4" fmla="*/ 1958500 w 2108840"/>
              <a:gd name="connsiteY4" fmla="*/ 4519375 h 4519375"/>
              <a:gd name="connsiteX5" fmla="*/ 150339 w 2108840"/>
              <a:gd name="connsiteY5" fmla="*/ 4519375 h 4519375"/>
              <a:gd name="connsiteX6" fmla="*/ 0 w 2108840"/>
              <a:gd name="connsiteY6" fmla="*/ 4369035 h 4519375"/>
              <a:gd name="connsiteX7" fmla="*/ 0 w 2108840"/>
              <a:gd name="connsiteY7" fmla="*/ 150339 h 4519375"/>
              <a:gd name="connsiteX8" fmla="*/ 150339 w 2108840"/>
              <a:gd name="connsiteY8" fmla="*/ 0 h 451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8840" h="4519375">
                <a:moveTo>
                  <a:pt x="150339" y="0"/>
                </a:moveTo>
                <a:lnTo>
                  <a:pt x="1958500" y="0"/>
                </a:lnTo>
                <a:cubicBezTo>
                  <a:pt x="2041530" y="0"/>
                  <a:pt x="2108840" y="67309"/>
                  <a:pt x="2108840" y="150339"/>
                </a:cubicBezTo>
                <a:lnTo>
                  <a:pt x="2108839" y="4369036"/>
                </a:lnTo>
                <a:cubicBezTo>
                  <a:pt x="2108839" y="4452066"/>
                  <a:pt x="2041530" y="4519375"/>
                  <a:pt x="1958500" y="4519375"/>
                </a:cubicBezTo>
                <a:lnTo>
                  <a:pt x="150339" y="4519375"/>
                </a:lnTo>
                <a:cubicBezTo>
                  <a:pt x="67309" y="4519375"/>
                  <a:pt x="0" y="4452066"/>
                  <a:pt x="0" y="4369035"/>
                </a:cubicBezTo>
                <a:lnTo>
                  <a:pt x="0" y="150339"/>
                </a:lnTo>
                <a:cubicBezTo>
                  <a:pt x="0" y="67309"/>
                  <a:pt x="67309" y="0"/>
                  <a:pt x="150339"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1" name="Picture Placeholder 10">
            <a:extLst>
              <a:ext uri="{FF2B5EF4-FFF2-40B4-BE49-F238E27FC236}">
                <a16:creationId xmlns:a16="http://schemas.microsoft.com/office/drawing/2014/main" id="{D6A23ACA-E448-5EBB-699C-D72E676DF6B2}"/>
              </a:ext>
            </a:extLst>
          </p:cNvPr>
          <p:cNvSpPr>
            <a:spLocks noGrp="1"/>
          </p:cNvSpPr>
          <p:nvPr>
            <p:ph type="pic" sz="quarter" idx="14"/>
          </p:nvPr>
        </p:nvSpPr>
        <p:spPr>
          <a:xfrm rot="-600000">
            <a:off x="6159278" y="909387"/>
            <a:ext cx="2108840" cy="4519375"/>
          </a:xfrm>
          <a:custGeom>
            <a:avLst/>
            <a:gdLst>
              <a:gd name="connsiteX0" fmla="*/ 1958500 w 2108840"/>
              <a:gd name="connsiteY0" fmla="*/ 0 h 4519375"/>
              <a:gd name="connsiteX1" fmla="*/ 2108839 w 2108840"/>
              <a:gd name="connsiteY1" fmla="*/ 150339 h 4519375"/>
              <a:gd name="connsiteX2" fmla="*/ 2108840 w 2108840"/>
              <a:gd name="connsiteY2" fmla="*/ 4369036 h 4519375"/>
              <a:gd name="connsiteX3" fmla="*/ 1958501 w 2108840"/>
              <a:gd name="connsiteY3" fmla="*/ 4519375 h 4519375"/>
              <a:gd name="connsiteX4" fmla="*/ 150339 w 2108840"/>
              <a:gd name="connsiteY4" fmla="*/ 4519375 h 4519375"/>
              <a:gd name="connsiteX5" fmla="*/ 0 w 2108840"/>
              <a:gd name="connsiteY5" fmla="*/ 4369036 h 4519375"/>
              <a:gd name="connsiteX6" fmla="*/ 0 w 2108840"/>
              <a:gd name="connsiteY6" fmla="*/ 150339 h 4519375"/>
              <a:gd name="connsiteX7" fmla="*/ 150339 w 2108840"/>
              <a:gd name="connsiteY7" fmla="*/ 0 h 451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8840" h="4519375">
                <a:moveTo>
                  <a:pt x="1958500" y="0"/>
                </a:moveTo>
                <a:cubicBezTo>
                  <a:pt x="2041530" y="0"/>
                  <a:pt x="2108839" y="67309"/>
                  <a:pt x="2108839" y="150339"/>
                </a:cubicBezTo>
                <a:lnTo>
                  <a:pt x="2108840" y="4369036"/>
                </a:lnTo>
                <a:cubicBezTo>
                  <a:pt x="2108840" y="4452066"/>
                  <a:pt x="2041530" y="4519375"/>
                  <a:pt x="1958501" y="4519375"/>
                </a:cubicBezTo>
                <a:lnTo>
                  <a:pt x="150339" y="4519375"/>
                </a:lnTo>
                <a:cubicBezTo>
                  <a:pt x="67309" y="4519375"/>
                  <a:pt x="0" y="4452066"/>
                  <a:pt x="0" y="4369036"/>
                </a:cubicBezTo>
                <a:lnTo>
                  <a:pt x="0" y="150339"/>
                </a:lnTo>
                <a:cubicBezTo>
                  <a:pt x="0" y="67309"/>
                  <a:pt x="67309" y="0"/>
                  <a:pt x="150339"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9771520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1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C81FE00-2E9A-BDC0-5DB4-F8A7E60C076D}"/>
              </a:ext>
            </a:extLst>
          </p:cNvPr>
          <p:cNvSpPr>
            <a:spLocks noGrp="1"/>
          </p:cNvSpPr>
          <p:nvPr userDrawn="1">
            <p:ph type="pic" sz="quarter" idx="14"/>
          </p:nvPr>
        </p:nvSpPr>
        <p:spPr>
          <a:xfrm>
            <a:off x="7378345" y="944902"/>
            <a:ext cx="3521262" cy="4987856"/>
          </a:xfrm>
          <a:custGeom>
            <a:avLst/>
            <a:gdLst>
              <a:gd name="connsiteX0" fmla="*/ 107363 w 3521262"/>
              <a:gd name="connsiteY0" fmla="*/ 0 h 4987856"/>
              <a:gd name="connsiteX1" fmla="*/ 3413899 w 3521262"/>
              <a:gd name="connsiteY1" fmla="*/ 0 h 4987856"/>
              <a:gd name="connsiteX2" fmla="*/ 3521262 w 3521262"/>
              <a:gd name="connsiteY2" fmla="*/ 107363 h 4987856"/>
              <a:gd name="connsiteX3" fmla="*/ 3521262 w 3521262"/>
              <a:gd name="connsiteY3" fmla="*/ 4880493 h 4987856"/>
              <a:gd name="connsiteX4" fmla="*/ 3413899 w 3521262"/>
              <a:gd name="connsiteY4" fmla="*/ 4987856 h 4987856"/>
              <a:gd name="connsiteX5" fmla="*/ 107363 w 3521262"/>
              <a:gd name="connsiteY5" fmla="*/ 4987856 h 4987856"/>
              <a:gd name="connsiteX6" fmla="*/ 0 w 3521262"/>
              <a:gd name="connsiteY6" fmla="*/ 4880493 h 4987856"/>
              <a:gd name="connsiteX7" fmla="*/ 0 w 3521262"/>
              <a:gd name="connsiteY7" fmla="*/ 107363 h 4987856"/>
              <a:gd name="connsiteX8" fmla="*/ 107363 w 3521262"/>
              <a:gd name="connsiteY8" fmla="*/ 0 h 4987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1262" h="4987856">
                <a:moveTo>
                  <a:pt x="107363" y="0"/>
                </a:moveTo>
                <a:lnTo>
                  <a:pt x="3413899" y="0"/>
                </a:lnTo>
                <a:cubicBezTo>
                  <a:pt x="3473194" y="0"/>
                  <a:pt x="3521262" y="48068"/>
                  <a:pt x="3521262" y="107363"/>
                </a:cubicBezTo>
                <a:lnTo>
                  <a:pt x="3521262" y="4880493"/>
                </a:lnTo>
                <a:cubicBezTo>
                  <a:pt x="3521262" y="4939788"/>
                  <a:pt x="3473194" y="4987856"/>
                  <a:pt x="3413899" y="4987856"/>
                </a:cubicBezTo>
                <a:lnTo>
                  <a:pt x="107363" y="4987856"/>
                </a:lnTo>
                <a:cubicBezTo>
                  <a:pt x="48068" y="4987856"/>
                  <a:pt x="0" y="4939788"/>
                  <a:pt x="0" y="4880493"/>
                </a:cubicBezTo>
                <a:lnTo>
                  <a:pt x="0" y="107363"/>
                </a:lnTo>
                <a:cubicBezTo>
                  <a:pt x="0" y="48068"/>
                  <a:pt x="48068" y="0"/>
                  <a:pt x="107363"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8597783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2_Bootstrap">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59C0AF6-E37E-D102-75D3-38672CB3EAD2}"/>
              </a:ext>
            </a:extLst>
          </p:cNvPr>
          <p:cNvSpPr>
            <a:spLocks noGrp="1"/>
          </p:cNvSpPr>
          <p:nvPr>
            <p:ph type="pic" sz="quarter" idx="14"/>
          </p:nvPr>
        </p:nvSpPr>
        <p:spPr>
          <a:xfrm>
            <a:off x="2643744" y="2432090"/>
            <a:ext cx="2667000" cy="3740110"/>
          </a:xfrm>
          <a:custGeom>
            <a:avLst/>
            <a:gdLst>
              <a:gd name="connsiteX0" fmla="*/ 1333500 w 2667000"/>
              <a:gd name="connsiteY0" fmla="*/ 0 h 3740110"/>
              <a:gd name="connsiteX1" fmla="*/ 2667000 w 2667000"/>
              <a:gd name="connsiteY1" fmla="*/ 1333500 h 3740110"/>
              <a:gd name="connsiteX2" fmla="*/ 2667000 w 2667000"/>
              <a:gd name="connsiteY2" fmla="*/ 2406610 h 3740110"/>
              <a:gd name="connsiteX3" fmla="*/ 1333500 w 2667000"/>
              <a:gd name="connsiteY3" fmla="*/ 3740110 h 3740110"/>
              <a:gd name="connsiteX4" fmla="*/ 0 w 2667000"/>
              <a:gd name="connsiteY4" fmla="*/ 2406610 h 3740110"/>
              <a:gd name="connsiteX5" fmla="*/ 0 w 2667000"/>
              <a:gd name="connsiteY5" fmla="*/ 1333500 h 3740110"/>
              <a:gd name="connsiteX6" fmla="*/ 1333500 w 2667000"/>
              <a:gd name="connsiteY6" fmla="*/ 0 h 3740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7000" h="3740110">
                <a:moveTo>
                  <a:pt x="1333500" y="0"/>
                </a:moveTo>
                <a:cubicBezTo>
                  <a:pt x="2069972" y="0"/>
                  <a:pt x="2667000" y="597028"/>
                  <a:pt x="2667000" y="1333500"/>
                </a:cubicBezTo>
                <a:lnTo>
                  <a:pt x="2667000" y="2406610"/>
                </a:lnTo>
                <a:cubicBezTo>
                  <a:pt x="2667000" y="3143082"/>
                  <a:pt x="2069972" y="3740110"/>
                  <a:pt x="1333500" y="3740110"/>
                </a:cubicBezTo>
                <a:cubicBezTo>
                  <a:pt x="597028" y="3740110"/>
                  <a:pt x="0" y="3143082"/>
                  <a:pt x="0" y="2406610"/>
                </a:cubicBezTo>
                <a:lnTo>
                  <a:pt x="0" y="1333500"/>
                </a:lnTo>
                <a:cubicBezTo>
                  <a:pt x="0" y="597028"/>
                  <a:pt x="597028" y="0"/>
                  <a:pt x="133350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0" name="Picture Placeholder 9">
            <a:extLst>
              <a:ext uri="{FF2B5EF4-FFF2-40B4-BE49-F238E27FC236}">
                <a16:creationId xmlns:a16="http://schemas.microsoft.com/office/drawing/2014/main" id="{7880E5CA-EDAB-1742-FD27-69417CD4CB0B}"/>
              </a:ext>
            </a:extLst>
          </p:cNvPr>
          <p:cNvSpPr>
            <a:spLocks noGrp="1"/>
          </p:cNvSpPr>
          <p:nvPr>
            <p:ph type="pic" sz="quarter" idx="15"/>
          </p:nvPr>
        </p:nvSpPr>
        <p:spPr>
          <a:xfrm>
            <a:off x="5550972" y="1558945"/>
            <a:ext cx="2667000" cy="4613255"/>
          </a:xfrm>
          <a:custGeom>
            <a:avLst/>
            <a:gdLst>
              <a:gd name="connsiteX0" fmla="*/ 1333500 w 2667000"/>
              <a:gd name="connsiteY0" fmla="*/ 0 h 4613255"/>
              <a:gd name="connsiteX1" fmla="*/ 2667000 w 2667000"/>
              <a:gd name="connsiteY1" fmla="*/ 1333500 h 4613255"/>
              <a:gd name="connsiteX2" fmla="*/ 2667000 w 2667000"/>
              <a:gd name="connsiteY2" fmla="*/ 3279755 h 4613255"/>
              <a:gd name="connsiteX3" fmla="*/ 1333500 w 2667000"/>
              <a:gd name="connsiteY3" fmla="*/ 4613255 h 4613255"/>
              <a:gd name="connsiteX4" fmla="*/ 0 w 2667000"/>
              <a:gd name="connsiteY4" fmla="*/ 3279755 h 4613255"/>
              <a:gd name="connsiteX5" fmla="*/ 0 w 2667000"/>
              <a:gd name="connsiteY5" fmla="*/ 1333500 h 4613255"/>
              <a:gd name="connsiteX6" fmla="*/ 1333500 w 2667000"/>
              <a:gd name="connsiteY6" fmla="*/ 0 h 4613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7000" h="4613255">
                <a:moveTo>
                  <a:pt x="1333500" y="0"/>
                </a:moveTo>
                <a:cubicBezTo>
                  <a:pt x="2069972" y="0"/>
                  <a:pt x="2667000" y="597028"/>
                  <a:pt x="2667000" y="1333500"/>
                </a:cubicBezTo>
                <a:lnTo>
                  <a:pt x="2667000" y="3279755"/>
                </a:lnTo>
                <a:cubicBezTo>
                  <a:pt x="2667000" y="4016227"/>
                  <a:pt x="2069972" y="4613255"/>
                  <a:pt x="1333500" y="4613255"/>
                </a:cubicBezTo>
                <a:cubicBezTo>
                  <a:pt x="597028" y="4613255"/>
                  <a:pt x="0" y="4016227"/>
                  <a:pt x="0" y="3279755"/>
                </a:cubicBezTo>
                <a:lnTo>
                  <a:pt x="0" y="1333500"/>
                </a:lnTo>
                <a:cubicBezTo>
                  <a:pt x="0" y="597028"/>
                  <a:pt x="597028" y="0"/>
                  <a:pt x="133350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11" name="Picture Placeholder 10">
            <a:extLst>
              <a:ext uri="{FF2B5EF4-FFF2-40B4-BE49-F238E27FC236}">
                <a16:creationId xmlns:a16="http://schemas.microsoft.com/office/drawing/2014/main" id="{15583F25-FE31-9002-6899-686E3F023124}"/>
              </a:ext>
            </a:extLst>
          </p:cNvPr>
          <p:cNvSpPr>
            <a:spLocks noGrp="1"/>
          </p:cNvSpPr>
          <p:nvPr>
            <p:ph type="pic" sz="quarter" idx="16"/>
          </p:nvPr>
        </p:nvSpPr>
        <p:spPr>
          <a:xfrm>
            <a:off x="8458200" y="685800"/>
            <a:ext cx="2667000" cy="5486399"/>
          </a:xfrm>
          <a:custGeom>
            <a:avLst/>
            <a:gdLst>
              <a:gd name="connsiteX0" fmla="*/ 1333500 w 2667000"/>
              <a:gd name="connsiteY0" fmla="*/ 0 h 5486399"/>
              <a:gd name="connsiteX1" fmla="*/ 2667000 w 2667000"/>
              <a:gd name="connsiteY1" fmla="*/ 1333500 h 5486399"/>
              <a:gd name="connsiteX2" fmla="*/ 2667000 w 2667000"/>
              <a:gd name="connsiteY2" fmla="*/ 4152899 h 5486399"/>
              <a:gd name="connsiteX3" fmla="*/ 1333500 w 2667000"/>
              <a:gd name="connsiteY3" fmla="*/ 5486399 h 5486399"/>
              <a:gd name="connsiteX4" fmla="*/ 0 w 2667000"/>
              <a:gd name="connsiteY4" fmla="*/ 4152899 h 5486399"/>
              <a:gd name="connsiteX5" fmla="*/ 0 w 2667000"/>
              <a:gd name="connsiteY5" fmla="*/ 1333500 h 5486399"/>
              <a:gd name="connsiteX6" fmla="*/ 1333500 w 2667000"/>
              <a:gd name="connsiteY6" fmla="*/ 0 h 548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7000" h="5486399">
                <a:moveTo>
                  <a:pt x="1333500" y="0"/>
                </a:moveTo>
                <a:cubicBezTo>
                  <a:pt x="2069972" y="0"/>
                  <a:pt x="2667000" y="597028"/>
                  <a:pt x="2667000" y="1333500"/>
                </a:cubicBezTo>
                <a:lnTo>
                  <a:pt x="2667000" y="4152899"/>
                </a:lnTo>
                <a:cubicBezTo>
                  <a:pt x="2667000" y="4889371"/>
                  <a:pt x="2069972" y="5486399"/>
                  <a:pt x="1333500" y="5486399"/>
                </a:cubicBezTo>
                <a:cubicBezTo>
                  <a:pt x="597028" y="5486399"/>
                  <a:pt x="0" y="4889371"/>
                  <a:pt x="0" y="4152899"/>
                </a:cubicBezTo>
                <a:lnTo>
                  <a:pt x="0" y="1333500"/>
                </a:lnTo>
                <a:cubicBezTo>
                  <a:pt x="0" y="597028"/>
                  <a:pt x="597028" y="0"/>
                  <a:pt x="133350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7133442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3_Bootstra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42791DA-9783-D0D4-2EA8-00070AA035F0}"/>
              </a:ext>
            </a:extLst>
          </p:cNvPr>
          <p:cNvSpPr>
            <a:spLocks noGrp="1"/>
          </p:cNvSpPr>
          <p:nvPr>
            <p:ph type="pic" sz="quarter" idx="15"/>
          </p:nvPr>
        </p:nvSpPr>
        <p:spPr>
          <a:xfrm>
            <a:off x="5847000" y="892306"/>
            <a:ext cx="3237437" cy="5965694"/>
          </a:xfrm>
          <a:custGeom>
            <a:avLst/>
            <a:gdLst>
              <a:gd name="connsiteX0" fmla="*/ 230797 w 3237437"/>
              <a:gd name="connsiteY0" fmla="*/ 0 h 5965694"/>
              <a:gd name="connsiteX1" fmla="*/ 3006640 w 3237437"/>
              <a:gd name="connsiteY1" fmla="*/ 0 h 5965694"/>
              <a:gd name="connsiteX2" fmla="*/ 3237437 w 3237437"/>
              <a:gd name="connsiteY2" fmla="*/ 230797 h 5965694"/>
              <a:gd name="connsiteX3" fmla="*/ 3237437 w 3237437"/>
              <a:gd name="connsiteY3" fmla="*/ 5965694 h 5965694"/>
              <a:gd name="connsiteX4" fmla="*/ 0 w 3237437"/>
              <a:gd name="connsiteY4" fmla="*/ 5965694 h 5965694"/>
              <a:gd name="connsiteX5" fmla="*/ 0 w 3237437"/>
              <a:gd name="connsiteY5" fmla="*/ 230797 h 5965694"/>
              <a:gd name="connsiteX6" fmla="*/ 230797 w 3237437"/>
              <a:gd name="connsiteY6" fmla="*/ 0 h 5965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7437" h="5965694">
                <a:moveTo>
                  <a:pt x="230797" y="0"/>
                </a:moveTo>
                <a:lnTo>
                  <a:pt x="3006640" y="0"/>
                </a:lnTo>
                <a:cubicBezTo>
                  <a:pt x="3134106" y="0"/>
                  <a:pt x="3237437" y="103331"/>
                  <a:pt x="3237437" y="230797"/>
                </a:cubicBezTo>
                <a:lnTo>
                  <a:pt x="3237437" y="5965694"/>
                </a:lnTo>
                <a:lnTo>
                  <a:pt x="0" y="5965694"/>
                </a:lnTo>
                <a:lnTo>
                  <a:pt x="0" y="230797"/>
                </a:lnTo>
                <a:cubicBezTo>
                  <a:pt x="0" y="103331"/>
                  <a:pt x="103331" y="0"/>
                  <a:pt x="230797"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9" name="Picture Placeholder 8">
            <a:extLst>
              <a:ext uri="{FF2B5EF4-FFF2-40B4-BE49-F238E27FC236}">
                <a16:creationId xmlns:a16="http://schemas.microsoft.com/office/drawing/2014/main" id="{3DD5E7D9-A8D8-9A89-5704-48A085B08EF5}"/>
              </a:ext>
            </a:extLst>
          </p:cNvPr>
          <p:cNvSpPr>
            <a:spLocks noGrp="1"/>
          </p:cNvSpPr>
          <p:nvPr>
            <p:ph type="pic" sz="quarter" idx="14"/>
          </p:nvPr>
        </p:nvSpPr>
        <p:spPr>
          <a:xfrm>
            <a:off x="7681419" y="2104855"/>
            <a:ext cx="3237437" cy="4753146"/>
          </a:xfrm>
          <a:custGeom>
            <a:avLst/>
            <a:gdLst>
              <a:gd name="connsiteX0" fmla="*/ 230797 w 3237437"/>
              <a:gd name="connsiteY0" fmla="*/ 0 h 4753146"/>
              <a:gd name="connsiteX1" fmla="*/ 3006640 w 3237437"/>
              <a:gd name="connsiteY1" fmla="*/ 0 h 4753146"/>
              <a:gd name="connsiteX2" fmla="*/ 3237437 w 3237437"/>
              <a:gd name="connsiteY2" fmla="*/ 230797 h 4753146"/>
              <a:gd name="connsiteX3" fmla="*/ 3237437 w 3237437"/>
              <a:gd name="connsiteY3" fmla="*/ 4753146 h 4753146"/>
              <a:gd name="connsiteX4" fmla="*/ 0 w 3237437"/>
              <a:gd name="connsiteY4" fmla="*/ 4753146 h 4753146"/>
              <a:gd name="connsiteX5" fmla="*/ 0 w 3237437"/>
              <a:gd name="connsiteY5" fmla="*/ 230797 h 4753146"/>
              <a:gd name="connsiteX6" fmla="*/ 230797 w 3237437"/>
              <a:gd name="connsiteY6" fmla="*/ 0 h 475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7437" h="4753146">
                <a:moveTo>
                  <a:pt x="230797" y="0"/>
                </a:moveTo>
                <a:lnTo>
                  <a:pt x="3006640" y="0"/>
                </a:lnTo>
                <a:cubicBezTo>
                  <a:pt x="3134106" y="0"/>
                  <a:pt x="3237437" y="103331"/>
                  <a:pt x="3237437" y="230797"/>
                </a:cubicBezTo>
                <a:lnTo>
                  <a:pt x="3237437" y="4753146"/>
                </a:lnTo>
                <a:lnTo>
                  <a:pt x="0" y="4753146"/>
                </a:lnTo>
                <a:lnTo>
                  <a:pt x="0" y="230797"/>
                </a:lnTo>
                <a:cubicBezTo>
                  <a:pt x="0" y="103331"/>
                  <a:pt x="103331" y="0"/>
                  <a:pt x="230797"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6573581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4_Bootstrap">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777DB77-646D-A5A8-FFAD-AE1FF47BA154}"/>
              </a:ext>
            </a:extLst>
          </p:cNvPr>
          <p:cNvSpPr>
            <a:spLocks noGrp="1"/>
          </p:cNvSpPr>
          <p:nvPr>
            <p:ph type="pic" sz="quarter" idx="14"/>
          </p:nvPr>
        </p:nvSpPr>
        <p:spPr>
          <a:xfrm>
            <a:off x="5577485" y="1028700"/>
            <a:ext cx="4800600" cy="4800600"/>
          </a:xfrm>
          <a:custGeom>
            <a:avLst/>
            <a:gdLst>
              <a:gd name="connsiteX0" fmla="*/ 800116 w 4800600"/>
              <a:gd name="connsiteY0" fmla="*/ 0 h 4800600"/>
              <a:gd name="connsiteX1" fmla="*/ 4000484 w 4800600"/>
              <a:gd name="connsiteY1" fmla="*/ 0 h 4800600"/>
              <a:gd name="connsiteX2" fmla="*/ 4800600 w 4800600"/>
              <a:gd name="connsiteY2" fmla="*/ 800116 h 4800600"/>
              <a:gd name="connsiteX3" fmla="*/ 4800600 w 4800600"/>
              <a:gd name="connsiteY3" fmla="*/ 4000484 h 4800600"/>
              <a:gd name="connsiteX4" fmla="*/ 4000484 w 4800600"/>
              <a:gd name="connsiteY4" fmla="*/ 4800600 h 4800600"/>
              <a:gd name="connsiteX5" fmla="*/ 800116 w 4800600"/>
              <a:gd name="connsiteY5" fmla="*/ 4800600 h 4800600"/>
              <a:gd name="connsiteX6" fmla="*/ 0 w 4800600"/>
              <a:gd name="connsiteY6" fmla="*/ 4000484 h 4800600"/>
              <a:gd name="connsiteX7" fmla="*/ 0 w 4800600"/>
              <a:gd name="connsiteY7" fmla="*/ 800116 h 4800600"/>
              <a:gd name="connsiteX8" fmla="*/ 800116 w 4800600"/>
              <a:gd name="connsiteY8" fmla="*/ 0 h 48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0600" h="4800600">
                <a:moveTo>
                  <a:pt x="800116" y="0"/>
                </a:moveTo>
                <a:lnTo>
                  <a:pt x="4000484" y="0"/>
                </a:lnTo>
                <a:cubicBezTo>
                  <a:pt x="4442376" y="0"/>
                  <a:pt x="4800600" y="358224"/>
                  <a:pt x="4800600" y="800116"/>
                </a:cubicBezTo>
                <a:lnTo>
                  <a:pt x="4800600" y="4000484"/>
                </a:lnTo>
                <a:cubicBezTo>
                  <a:pt x="4800600" y="4442376"/>
                  <a:pt x="4442376" y="4800600"/>
                  <a:pt x="4000484" y="4800600"/>
                </a:cubicBezTo>
                <a:lnTo>
                  <a:pt x="800116" y="4800600"/>
                </a:lnTo>
                <a:cubicBezTo>
                  <a:pt x="358224" y="4800600"/>
                  <a:pt x="0" y="4442376"/>
                  <a:pt x="0" y="4000484"/>
                </a:cubicBezTo>
                <a:lnTo>
                  <a:pt x="0" y="800116"/>
                </a:lnTo>
                <a:cubicBezTo>
                  <a:pt x="0" y="358224"/>
                  <a:pt x="358224" y="0"/>
                  <a:pt x="80011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9872363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5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B8EBE04-4848-CA26-C035-C3D29A5EB6DD}"/>
              </a:ext>
            </a:extLst>
          </p:cNvPr>
          <p:cNvSpPr>
            <a:spLocks noGrp="1"/>
          </p:cNvSpPr>
          <p:nvPr>
            <p:ph type="pic" sz="quarter" idx="14"/>
          </p:nvPr>
        </p:nvSpPr>
        <p:spPr>
          <a:xfrm>
            <a:off x="4395588" y="685800"/>
            <a:ext cx="3227832" cy="5486400"/>
          </a:xfrm>
          <a:custGeom>
            <a:avLst/>
            <a:gdLst>
              <a:gd name="connsiteX0" fmla="*/ 421200 w 3227832"/>
              <a:gd name="connsiteY0" fmla="*/ 0 h 5486400"/>
              <a:gd name="connsiteX1" fmla="*/ 2806632 w 3227832"/>
              <a:gd name="connsiteY1" fmla="*/ 0 h 5486400"/>
              <a:gd name="connsiteX2" fmla="*/ 3227832 w 3227832"/>
              <a:gd name="connsiteY2" fmla="*/ 421200 h 5486400"/>
              <a:gd name="connsiteX3" fmla="*/ 3227832 w 3227832"/>
              <a:gd name="connsiteY3" fmla="*/ 5065200 h 5486400"/>
              <a:gd name="connsiteX4" fmla="*/ 2806632 w 3227832"/>
              <a:gd name="connsiteY4" fmla="*/ 5486400 h 5486400"/>
              <a:gd name="connsiteX5" fmla="*/ 421200 w 3227832"/>
              <a:gd name="connsiteY5" fmla="*/ 5486400 h 5486400"/>
              <a:gd name="connsiteX6" fmla="*/ 0 w 3227832"/>
              <a:gd name="connsiteY6" fmla="*/ 5065200 h 5486400"/>
              <a:gd name="connsiteX7" fmla="*/ 0 w 3227832"/>
              <a:gd name="connsiteY7" fmla="*/ 421200 h 5486400"/>
              <a:gd name="connsiteX8" fmla="*/ 421200 w 3227832"/>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7832" h="5486400">
                <a:moveTo>
                  <a:pt x="421200" y="0"/>
                </a:moveTo>
                <a:lnTo>
                  <a:pt x="2806632" y="0"/>
                </a:lnTo>
                <a:cubicBezTo>
                  <a:pt x="3039254" y="0"/>
                  <a:pt x="3227832" y="188578"/>
                  <a:pt x="3227832" y="421200"/>
                </a:cubicBezTo>
                <a:lnTo>
                  <a:pt x="3227832" y="5065200"/>
                </a:lnTo>
                <a:cubicBezTo>
                  <a:pt x="3227832" y="5297822"/>
                  <a:pt x="3039254" y="5486400"/>
                  <a:pt x="2806632" y="5486400"/>
                </a:cubicBezTo>
                <a:lnTo>
                  <a:pt x="421200" y="5486400"/>
                </a:lnTo>
                <a:cubicBezTo>
                  <a:pt x="188578" y="5486400"/>
                  <a:pt x="0" y="5297822"/>
                  <a:pt x="0" y="5065200"/>
                </a:cubicBezTo>
                <a:lnTo>
                  <a:pt x="0" y="421200"/>
                </a:lnTo>
                <a:cubicBezTo>
                  <a:pt x="0" y="188578"/>
                  <a:pt x="188578" y="0"/>
                  <a:pt x="421200"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01FCAADB-1D78-ED0C-82D9-29BA64B07860}"/>
              </a:ext>
            </a:extLst>
          </p:cNvPr>
          <p:cNvSpPr>
            <a:spLocks noGrp="1"/>
          </p:cNvSpPr>
          <p:nvPr>
            <p:ph type="pic" sz="quarter" idx="15"/>
          </p:nvPr>
        </p:nvSpPr>
        <p:spPr>
          <a:xfrm>
            <a:off x="7893396" y="1362075"/>
            <a:ext cx="3231803" cy="4810125"/>
          </a:xfrm>
          <a:custGeom>
            <a:avLst/>
            <a:gdLst>
              <a:gd name="connsiteX0" fmla="*/ 421718 w 3231803"/>
              <a:gd name="connsiteY0" fmla="*/ 0 h 4810125"/>
              <a:gd name="connsiteX1" fmla="*/ 2810085 w 3231803"/>
              <a:gd name="connsiteY1" fmla="*/ 0 h 4810125"/>
              <a:gd name="connsiteX2" fmla="*/ 3231803 w 3231803"/>
              <a:gd name="connsiteY2" fmla="*/ 421718 h 4810125"/>
              <a:gd name="connsiteX3" fmla="*/ 3231803 w 3231803"/>
              <a:gd name="connsiteY3" fmla="*/ 4388407 h 4810125"/>
              <a:gd name="connsiteX4" fmla="*/ 2810085 w 3231803"/>
              <a:gd name="connsiteY4" fmla="*/ 4810125 h 4810125"/>
              <a:gd name="connsiteX5" fmla="*/ 421718 w 3231803"/>
              <a:gd name="connsiteY5" fmla="*/ 4810125 h 4810125"/>
              <a:gd name="connsiteX6" fmla="*/ 0 w 3231803"/>
              <a:gd name="connsiteY6" fmla="*/ 4388407 h 4810125"/>
              <a:gd name="connsiteX7" fmla="*/ 0 w 3231803"/>
              <a:gd name="connsiteY7" fmla="*/ 421718 h 4810125"/>
              <a:gd name="connsiteX8" fmla="*/ 421718 w 3231803"/>
              <a:gd name="connsiteY8" fmla="*/ 0 h 481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1803" h="4810125">
                <a:moveTo>
                  <a:pt x="421718" y="0"/>
                </a:moveTo>
                <a:lnTo>
                  <a:pt x="2810085" y="0"/>
                </a:lnTo>
                <a:cubicBezTo>
                  <a:pt x="3042993" y="0"/>
                  <a:pt x="3231803" y="188810"/>
                  <a:pt x="3231803" y="421718"/>
                </a:cubicBezTo>
                <a:lnTo>
                  <a:pt x="3231803" y="4388407"/>
                </a:lnTo>
                <a:cubicBezTo>
                  <a:pt x="3231803" y="4621315"/>
                  <a:pt x="3042993" y="4810125"/>
                  <a:pt x="2810085" y="4810125"/>
                </a:cubicBezTo>
                <a:lnTo>
                  <a:pt x="421718" y="4810125"/>
                </a:lnTo>
                <a:cubicBezTo>
                  <a:pt x="188810" y="4810125"/>
                  <a:pt x="0" y="4621315"/>
                  <a:pt x="0" y="4388407"/>
                </a:cubicBezTo>
                <a:lnTo>
                  <a:pt x="0" y="421718"/>
                </a:lnTo>
                <a:cubicBezTo>
                  <a:pt x="0" y="188810"/>
                  <a:pt x="188810" y="0"/>
                  <a:pt x="421718"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3149857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6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CF27288-DA22-D02C-1CFC-F6D604A22040}"/>
              </a:ext>
            </a:extLst>
          </p:cNvPr>
          <p:cNvSpPr>
            <a:spLocks noGrp="1"/>
          </p:cNvSpPr>
          <p:nvPr>
            <p:ph type="pic" sz="quarter" idx="14"/>
          </p:nvPr>
        </p:nvSpPr>
        <p:spPr>
          <a:xfrm>
            <a:off x="1246962" y="2319039"/>
            <a:ext cx="2842002" cy="2842002"/>
          </a:xfrm>
          <a:custGeom>
            <a:avLst/>
            <a:gdLst>
              <a:gd name="connsiteX0" fmla="*/ 473676 w 2842002"/>
              <a:gd name="connsiteY0" fmla="*/ 0 h 2842002"/>
              <a:gd name="connsiteX1" fmla="*/ 2368326 w 2842002"/>
              <a:gd name="connsiteY1" fmla="*/ 0 h 2842002"/>
              <a:gd name="connsiteX2" fmla="*/ 2842002 w 2842002"/>
              <a:gd name="connsiteY2" fmla="*/ 473676 h 2842002"/>
              <a:gd name="connsiteX3" fmla="*/ 2842002 w 2842002"/>
              <a:gd name="connsiteY3" fmla="*/ 2368326 h 2842002"/>
              <a:gd name="connsiteX4" fmla="*/ 2368326 w 2842002"/>
              <a:gd name="connsiteY4" fmla="*/ 2842002 h 2842002"/>
              <a:gd name="connsiteX5" fmla="*/ 473676 w 2842002"/>
              <a:gd name="connsiteY5" fmla="*/ 2842002 h 2842002"/>
              <a:gd name="connsiteX6" fmla="*/ 0 w 2842002"/>
              <a:gd name="connsiteY6" fmla="*/ 2368326 h 2842002"/>
              <a:gd name="connsiteX7" fmla="*/ 0 w 2842002"/>
              <a:gd name="connsiteY7" fmla="*/ 473676 h 2842002"/>
              <a:gd name="connsiteX8" fmla="*/ 473676 w 2842002"/>
              <a:gd name="connsiteY8" fmla="*/ 0 h 284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42002" h="2842002">
                <a:moveTo>
                  <a:pt x="473676" y="0"/>
                </a:moveTo>
                <a:lnTo>
                  <a:pt x="2368326" y="0"/>
                </a:lnTo>
                <a:cubicBezTo>
                  <a:pt x="2629930" y="0"/>
                  <a:pt x="2842002" y="212072"/>
                  <a:pt x="2842002" y="473676"/>
                </a:cubicBezTo>
                <a:lnTo>
                  <a:pt x="2842002" y="2368326"/>
                </a:lnTo>
                <a:cubicBezTo>
                  <a:pt x="2842002" y="2629930"/>
                  <a:pt x="2629930" y="2842002"/>
                  <a:pt x="2368326" y="2842002"/>
                </a:cubicBezTo>
                <a:lnTo>
                  <a:pt x="473676" y="2842002"/>
                </a:lnTo>
                <a:cubicBezTo>
                  <a:pt x="212072" y="2842002"/>
                  <a:pt x="0" y="2629930"/>
                  <a:pt x="0" y="2368326"/>
                </a:cubicBezTo>
                <a:lnTo>
                  <a:pt x="0" y="473676"/>
                </a:lnTo>
                <a:cubicBezTo>
                  <a:pt x="0" y="212072"/>
                  <a:pt x="212072" y="0"/>
                  <a:pt x="47367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764B7E5B-99C6-18E8-033F-F959850CCFB3}"/>
              </a:ext>
            </a:extLst>
          </p:cNvPr>
          <p:cNvSpPr>
            <a:spLocks noGrp="1"/>
          </p:cNvSpPr>
          <p:nvPr>
            <p:ph type="pic" sz="quarter" idx="15"/>
          </p:nvPr>
        </p:nvSpPr>
        <p:spPr>
          <a:xfrm>
            <a:off x="4677285" y="3150036"/>
            <a:ext cx="2842002" cy="2842002"/>
          </a:xfrm>
          <a:custGeom>
            <a:avLst/>
            <a:gdLst>
              <a:gd name="connsiteX0" fmla="*/ 473676 w 2842002"/>
              <a:gd name="connsiteY0" fmla="*/ 0 h 2842002"/>
              <a:gd name="connsiteX1" fmla="*/ 2368326 w 2842002"/>
              <a:gd name="connsiteY1" fmla="*/ 0 h 2842002"/>
              <a:gd name="connsiteX2" fmla="*/ 2842002 w 2842002"/>
              <a:gd name="connsiteY2" fmla="*/ 473676 h 2842002"/>
              <a:gd name="connsiteX3" fmla="*/ 2842002 w 2842002"/>
              <a:gd name="connsiteY3" fmla="*/ 2368326 h 2842002"/>
              <a:gd name="connsiteX4" fmla="*/ 2368326 w 2842002"/>
              <a:gd name="connsiteY4" fmla="*/ 2842002 h 2842002"/>
              <a:gd name="connsiteX5" fmla="*/ 473676 w 2842002"/>
              <a:gd name="connsiteY5" fmla="*/ 2842002 h 2842002"/>
              <a:gd name="connsiteX6" fmla="*/ 0 w 2842002"/>
              <a:gd name="connsiteY6" fmla="*/ 2368326 h 2842002"/>
              <a:gd name="connsiteX7" fmla="*/ 0 w 2842002"/>
              <a:gd name="connsiteY7" fmla="*/ 473676 h 2842002"/>
              <a:gd name="connsiteX8" fmla="*/ 473676 w 2842002"/>
              <a:gd name="connsiteY8" fmla="*/ 0 h 284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42002" h="2842002">
                <a:moveTo>
                  <a:pt x="473676" y="0"/>
                </a:moveTo>
                <a:lnTo>
                  <a:pt x="2368326" y="0"/>
                </a:lnTo>
                <a:cubicBezTo>
                  <a:pt x="2629930" y="0"/>
                  <a:pt x="2842002" y="212072"/>
                  <a:pt x="2842002" y="473676"/>
                </a:cubicBezTo>
                <a:lnTo>
                  <a:pt x="2842002" y="2368326"/>
                </a:lnTo>
                <a:cubicBezTo>
                  <a:pt x="2842002" y="2629930"/>
                  <a:pt x="2629930" y="2842002"/>
                  <a:pt x="2368326" y="2842002"/>
                </a:cubicBezTo>
                <a:lnTo>
                  <a:pt x="473676" y="2842002"/>
                </a:lnTo>
                <a:cubicBezTo>
                  <a:pt x="212072" y="2842002"/>
                  <a:pt x="0" y="2629930"/>
                  <a:pt x="0" y="2368326"/>
                </a:cubicBezTo>
                <a:lnTo>
                  <a:pt x="0" y="473676"/>
                </a:lnTo>
                <a:cubicBezTo>
                  <a:pt x="0" y="212072"/>
                  <a:pt x="212072" y="0"/>
                  <a:pt x="47367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8" name="Picture Placeholder 7">
            <a:extLst>
              <a:ext uri="{FF2B5EF4-FFF2-40B4-BE49-F238E27FC236}">
                <a16:creationId xmlns:a16="http://schemas.microsoft.com/office/drawing/2014/main" id="{00F8FDE4-B6DE-3D0B-F686-FC06CD1ACD94}"/>
              </a:ext>
            </a:extLst>
          </p:cNvPr>
          <p:cNvSpPr>
            <a:spLocks noGrp="1"/>
          </p:cNvSpPr>
          <p:nvPr>
            <p:ph type="pic" sz="quarter" idx="16"/>
          </p:nvPr>
        </p:nvSpPr>
        <p:spPr>
          <a:xfrm>
            <a:off x="8103036" y="2500164"/>
            <a:ext cx="2842002" cy="2842002"/>
          </a:xfrm>
          <a:custGeom>
            <a:avLst/>
            <a:gdLst>
              <a:gd name="connsiteX0" fmla="*/ 473676 w 2842002"/>
              <a:gd name="connsiteY0" fmla="*/ 0 h 2842002"/>
              <a:gd name="connsiteX1" fmla="*/ 2368326 w 2842002"/>
              <a:gd name="connsiteY1" fmla="*/ 0 h 2842002"/>
              <a:gd name="connsiteX2" fmla="*/ 2842002 w 2842002"/>
              <a:gd name="connsiteY2" fmla="*/ 473676 h 2842002"/>
              <a:gd name="connsiteX3" fmla="*/ 2842002 w 2842002"/>
              <a:gd name="connsiteY3" fmla="*/ 2368326 h 2842002"/>
              <a:gd name="connsiteX4" fmla="*/ 2368326 w 2842002"/>
              <a:gd name="connsiteY4" fmla="*/ 2842002 h 2842002"/>
              <a:gd name="connsiteX5" fmla="*/ 473676 w 2842002"/>
              <a:gd name="connsiteY5" fmla="*/ 2842002 h 2842002"/>
              <a:gd name="connsiteX6" fmla="*/ 0 w 2842002"/>
              <a:gd name="connsiteY6" fmla="*/ 2368326 h 2842002"/>
              <a:gd name="connsiteX7" fmla="*/ 0 w 2842002"/>
              <a:gd name="connsiteY7" fmla="*/ 473676 h 2842002"/>
              <a:gd name="connsiteX8" fmla="*/ 473676 w 2842002"/>
              <a:gd name="connsiteY8" fmla="*/ 0 h 284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42002" h="2842002">
                <a:moveTo>
                  <a:pt x="473676" y="0"/>
                </a:moveTo>
                <a:lnTo>
                  <a:pt x="2368326" y="0"/>
                </a:lnTo>
                <a:cubicBezTo>
                  <a:pt x="2629930" y="0"/>
                  <a:pt x="2842002" y="212072"/>
                  <a:pt x="2842002" y="473676"/>
                </a:cubicBezTo>
                <a:lnTo>
                  <a:pt x="2842002" y="2368326"/>
                </a:lnTo>
                <a:cubicBezTo>
                  <a:pt x="2842002" y="2629930"/>
                  <a:pt x="2629930" y="2842002"/>
                  <a:pt x="2368326" y="2842002"/>
                </a:cubicBezTo>
                <a:lnTo>
                  <a:pt x="473676" y="2842002"/>
                </a:lnTo>
                <a:cubicBezTo>
                  <a:pt x="212072" y="2842002"/>
                  <a:pt x="0" y="2629930"/>
                  <a:pt x="0" y="2368326"/>
                </a:cubicBezTo>
                <a:lnTo>
                  <a:pt x="0" y="473676"/>
                </a:lnTo>
                <a:cubicBezTo>
                  <a:pt x="0" y="212072"/>
                  <a:pt x="212072" y="0"/>
                  <a:pt x="47367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36133311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7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939F664-505E-6FF2-2B87-4C5385EDECA0}"/>
              </a:ext>
            </a:extLst>
          </p:cNvPr>
          <p:cNvSpPr>
            <a:spLocks noGrp="1"/>
          </p:cNvSpPr>
          <p:nvPr>
            <p:ph type="pic" sz="quarter" idx="14"/>
          </p:nvPr>
        </p:nvSpPr>
        <p:spPr>
          <a:xfrm>
            <a:off x="1266825" y="3093936"/>
            <a:ext cx="4600575" cy="3078264"/>
          </a:xfrm>
          <a:custGeom>
            <a:avLst/>
            <a:gdLst>
              <a:gd name="connsiteX0" fmla="*/ 513054 w 4600575"/>
              <a:gd name="connsiteY0" fmla="*/ 0 h 3078264"/>
              <a:gd name="connsiteX1" fmla="*/ 4087521 w 4600575"/>
              <a:gd name="connsiteY1" fmla="*/ 0 h 3078264"/>
              <a:gd name="connsiteX2" fmla="*/ 4600575 w 4600575"/>
              <a:gd name="connsiteY2" fmla="*/ 513054 h 3078264"/>
              <a:gd name="connsiteX3" fmla="*/ 4600575 w 4600575"/>
              <a:gd name="connsiteY3" fmla="*/ 2565210 h 3078264"/>
              <a:gd name="connsiteX4" fmla="*/ 4087521 w 4600575"/>
              <a:gd name="connsiteY4" fmla="*/ 3078264 h 3078264"/>
              <a:gd name="connsiteX5" fmla="*/ 513054 w 4600575"/>
              <a:gd name="connsiteY5" fmla="*/ 3078264 h 3078264"/>
              <a:gd name="connsiteX6" fmla="*/ 0 w 4600575"/>
              <a:gd name="connsiteY6" fmla="*/ 2565210 h 3078264"/>
              <a:gd name="connsiteX7" fmla="*/ 0 w 4600575"/>
              <a:gd name="connsiteY7" fmla="*/ 513054 h 3078264"/>
              <a:gd name="connsiteX8" fmla="*/ 513054 w 4600575"/>
              <a:gd name="connsiteY8" fmla="*/ 0 h 307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0575" h="3078264">
                <a:moveTo>
                  <a:pt x="513054" y="0"/>
                </a:moveTo>
                <a:lnTo>
                  <a:pt x="4087521" y="0"/>
                </a:lnTo>
                <a:cubicBezTo>
                  <a:pt x="4370873" y="0"/>
                  <a:pt x="4600575" y="229702"/>
                  <a:pt x="4600575" y="513054"/>
                </a:cubicBezTo>
                <a:lnTo>
                  <a:pt x="4600575" y="2565210"/>
                </a:lnTo>
                <a:cubicBezTo>
                  <a:pt x="4600575" y="2848562"/>
                  <a:pt x="4370873" y="3078264"/>
                  <a:pt x="4087521" y="3078264"/>
                </a:cubicBezTo>
                <a:lnTo>
                  <a:pt x="513054" y="3078264"/>
                </a:lnTo>
                <a:cubicBezTo>
                  <a:pt x="229702" y="3078264"/>
                  <a:pt x="0" y="2848562"/>
                  <a:pt x="0" y="2565210"/>
                </a:cubicBezTo>
                <a:lnTo>
                  <a:pt x="0" y="513054"/>
                </a:lnTo>
                <a:cubicBezTo>
                  <a:pt x="0" y="229702"/>
                  <a:pt x="229702" y="0"/>
                  <a:pt x="51305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9CB86B60-E67B-E10E-0511-BE9D640AE492}"/>
              </a:ext>
            </a:extLst>
          </p:cNvPr>
          <p:cNvSpPr>
            <a:spLocks noGrp="1"/>
          </p:cNvSpPr>
          <p:nvPr>
            <p:ph type="pic" sz="quarter" idx="15"/>
          </p:nvPr>
        </p:nvSpPr>
        <p:spPr>
          <a:xfrm>
            <a:off x="6296025" y="1690056"/>
            <a:ext cx="4600575" cy="3078264"/>
          </a:xfrm>
          <a:custGeom>
            <a:avLst/>
            <a:gdLst>
              <a:gd name="connsiteX0" fmla="*/ 513054 w 4600575"/>
              <a:gd name="connsiteY0" fmla="*/ 0 h 3078264"/>
              <a:gd name="connsiteX1" fmla="*/ 4087521 w 4600575"/>
              <a:gd name="connsiteY1" fmla="*/ 0 h 3078264"/>
              <a:gd name="connsiteX2" fmla="*/ 4600575 w 4600575"/>
              <a:gd name="connsiteY2" fmla="*/ 513054 h 3078264"/>
              <a:gd name="connsiteX3" fmla="*/ 4600575 w 4600575"/>
              <a:gd name="connsiteY3" fmla="*/ 2565210 h 3078264"/>
              <a:gd name="connsiteX4" fmla="*/ 4087521 w 4600575"/>
              <a:gd name="connsiteY4" fmla="*/ 3078264 h 3078264"/>
              <a:gd name="connsiteX5" fmla="*/ 513054 w 4600575"/>
              <a:gd name="connsiteY5" fmla="*/ 3078264 h 3078264"/>
              <a:gd name="connsiteX6" fmla="*/ 0 w 4600575"/>
              <a:gd name="connsiteY6" fmla="*/ 2565210 h 3078264"/>
              <a:gd name="connsiteX7" fmla="*/ 0 w 4600575"/>
              <a:gd name="connsiteY7" fmla="*/ 513054 h 3078264"/>
              <a:gd name="connsiteX8" fmla="*/ 513054 w 4600575"/>
              <a:gd name="connsiteY8" fmla="*/ 0 h 307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0575" h="3078264">
                <a:moveTo>
                  <a:pt x="513054" y="0"/>
                </a:moveTo>
                <a:lnTo>
                  <a:pt x="4087521" y="0"/>
                </a:lnTo>
                <a:cubicBezTo>
                  <a:pt x="4370873" y="0"/>
                  <a:pt x="4600575" y="229702"/>
                  <a:pt x="4600575" y="513054"/>
                </a:cubicBezTo>
                <a:lnTo>
                  <a:pt x="4600575" y="2565210"/>
                </a:lnTo>
                <a:cubicBezTo>
                  <a:pt x="4600575" y="2848562"/>
                  <a:pt x="4370873" y="3078264"/>
                  <a:pt x="4087521" y="3078264"/>
                </a:cubicBezTo>
                <a:lnTo>
                  <a:pt x="513054" y="3078264"/>
                </a:lnTo>
                <a:cubicBezTo>
                  <a:pt x="229702" y="3078264"/>
                  <a:pt x="0" y="2848562"/>
                  <a:pt x="0" y="2565210"/>
                </a:cubicBezTo>
                <a:lnTo>
                  <a:pt x="0" y="513054"/>
                </a:lnTo>
                <a:cubicBezTo>
                  <a:pt x="0" y="229702"/>
                  <a:pt x="229702" y="0"/>
                  <a:pt x="513054"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18145625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8_Bootstra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00CC5B3-59F2-723F-A573-2ABF8388EEF7}"/>
              </a:ext>
            </a:extLst>
          </p:cNvPr>
          <p:cNvSpPr>
            <a:spLocks noGrp="1"/>
          </p:cNvSpPr>
          <p:nvPr>
            <p:ph type="pic" sz="quarter" idx="14"/>
          </p:nvPr>
        </p:nvSpPr>
        <p:spPr>
          <a:xfrm>
            <a:off x="4347715" y="1624518"/>
            <a:ext cx="3280912" cy="4547682"/>
          </a:xfrm>
          <a:custGeom>
            <a:avLst/>
            <a:gdLst>
              <a:gd name="connsiteX0" fmla="*/ 452536 w 3280912"/>
              <a:gd name="connsiteY0" fmla="*/ 0 h 4547682"/>
              <a:gd name="connsiteX1" fmla="*/ 2828376 w 3280912"/>
              <a:gd name="connsiteY1" fmla="*/ 0 h 4547682"/>
              <a:gd name="connsiteX2" fmla="*/ 3280912 w 3280912"/>
              <a:gd name="connsiteY2" fmla="*/ 452536 h 4547682"/>
              <a:gd name="connsiteX3" fmla="*/ 3280912 w 3280912"/>
              <a:gd name="connsiteY3" fmla="*/ 4095146 h 4547682"/>
              <a:gd name="connsiteX4" fmla="*/ 2828376 w 3280912"/>
              <a:gd name="connsiteY4" fmla="*/ 4547682 h 4547682"/>
              <a:gd name="connsiteX5" fmla="*/ 452536 w 3280912"/>
              <a:gd name="connsiteY5" fmla="*/ 4547682 h 4547682"/>
              <a:gd name="connsiteX6" fmla="*/ 0 w 3280912"/>
              <a:gd name="connsiteY6" fmla="*/ 4095146 h 4547682"/>
              <a:gd name="connsiteX7" fmla="*/ 0 w 3280912"/>
              <a:gd name="connsiteY7" fmla="*/ 452536 h 4547682"/>
              <a:gd name="connsiteX8" fmla="*/ 452536 w 3280912"/>
              <a:gd name="connsiteY8" fmla="*/ 0 h 454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0912" h="4547682">
                <a:moveTo>
                  <a:pt x="452536" y="0"/>
                </a:moveTo>
                <a:lnTo>
                  <a:pt x="2828376" y="0"/>
                </a:lnTo>
                <a:cubicBezTo>
                  <a:pt x="3078305" y="0"/>
                  <a:pt x="3280912" y="202607"/>
                  <a:pt x="3280912" y="452536"/>
                </a:cubicBezTo>
                <a:lnTo>
                  <a:pt x="3280912" y="4095146"/>
                </a:lnTo>
                <a:cubicBezTo>
                  <a:pt x="3280912" y="4345075"/>
                  <a:pt x="3078305" y="4547682"/>
                  <a:pt x="2828376" y="4547682"/>
                </a:cubicBezTo>
                <a:lnTo>
                  <a:pt x="452536" y="4547682"/>
                </a:lnTo>
                <a:cubicBezTo>
                  <a:pt x="202607" y="4547682"/>
                  <a:pt x="0" y="4345075"/>
                  <a:pt x="0" y="4095146"/>
                </a:cubicBezTo>
                <a:lnTo>
                  <a:pt x="0" y="452536"/>
                </a:lnTo>
                <a:cubicBezTo>
                  <a:pt x="0" y="202607"/>
                  <a:pt x="202607" y="0"/>
                  <a:pt x="45253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177FCDAF-0FE9-0612-1079-93EF24AC0B25}"/>
              </a:ext>
            </a:extLst>
          </p:cNvPr>
          <p:cNvSpPr>
            <a:spLocks noGrp="1"/>
          </p:cNvSpPr>
          <p:nvPr>
            <p:ph type="pic" sz="quarter" idx="15"/>
          </p:nvPr>
        </p:nvSpPr>
        <p:spPr>
          <a:xfrm>
            <a:off x="7844288" y="685801"/>
            <a:ext cx="3280912" cy="5486400"/>
          </a:xfrm>
          <a:custGeom>
            <a:avLst/>
            <a:gdLst>
              <a:gd name="connsiteX0" fmla="*/ 452536 w 3280912"/>
              <a:gd name="connsiteY0" fmla="*/ 0 h 5486400"/>
              <a:gd name="connsiteX1" fmla="*/ 2828376 w 3280912"/>
              <a:gd name="connsiteY1" fmla="*/ 0 h 5486400"/>
              <a:gd name="connsiteX2" fmla="*/ 3280912 w 3280912"/>
              <a:gd name="connsiteY2" fmla="*/ 452536 h 5486400"/>
              <a:gd name="connsiteX3" fmla="*/ 3280912 w 3280912"/>
              <a:gd name="connsiteY3" fmla="*/ 5033864 h 5486400"/>
              <a:gd name="connsiteX4" fmla="*/ 2828376 w 3280912"/>
              <a:gd name="connsiteY4" fmla="*/ 5486400 h 5486400"/>
              <a:gd name="connsiteX5" fmla="*/ 452536 w 3280912"/>
              <a:gd name="connsiteY5" fmla="*/ 5486400 h 5486400"/>
              <a:gd name="connsiteX6" fmla="*/ 0 w 3280912"/>
              <a:gd name="connsiteY6" fmla="*/ 5033864 h 5486400"/>
              <a:gd name="connsiteX7" fmla="*/ 0 w 3280912"/>
              <a:gd name="connsiteY7" fmla="*/ 452536 h 5486400"/>
              <a:gd name="connsiteX8" fmla="*/ 452536 w 3280912"/>
              <a:gd name="connsiteY8"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0912" h="5486400">
                <a:moveTo>
                  <a:pt x="452536" y="0"/>
                </a:moveTo>
                <a:lnTo>
                  <a:pt x="2828376" y="0"/>
                </a:lnTo>
                <a:cubicBezTo>
                  <a:pt x="3078305" y="0"/>
                  <a:pt x="3280912" y="202607"/>
                  <a:pt x="3280912" y="452536"/>
                </a:cubicBezTo>
                <a:lnTo>
                  <a:pt x="3280912" y="5033864"/>
                </a:lnTo>
                <a:cubicBezTo>
                  <a:pt x="3280912" y="5283793"/>
                  <a:pt x="3078305" y="5486400"/>
                  <a:pt x="2828376" y="5486400"/>
                </a:cubicBezTo>
                <a:lnTo>
                  <a:pt x="452536" y="5486400"/>
                </a:lnTo>
                <a:cubicBezTo>
                  <a:pt x="202607" y="5486400"/>
                  <a:pt x="0" y="5283793"/>
                  <a:pt x="0" y="5033864"/>
                </a:cubicBezTo>
                <a:lnTo>
                  <a:pt x="0" y="452536"/>
                </a:lnTo>
                <a:cubicBezTo>
                  <a:pt x="0" y="202607"/>
                  <a:pt x="202607" y="0"/>
                  <a:pt x="452536" y="0"/>
                </a:cubicBezTo>
                <a:close/>
              </a:path>
            </a:pathLst>
          </a:custGeom>
          <a:pattFill prst="pct5">
            <a:fgClr>
              <a:srgbClr val="FF0000"/>
            </a:fgClr>
            <a:bgClr>
              <a:schemeClr val="bg1"/>
            </a:bgClr>
          </a:pattFill>
        </p:spPr>
        <p:txBody>
          <a:bodyPr vert="horz" wrap="square" lIns="91440" tIns="45720" rIns="91440" bIns="45720" rtlCol="0">
            <a:noAutofit/>
          </a:bodyPr>
          <a:lstStyle>
            <a:lvl1pPr>
              <a:defRPr lang="en-US" sz="1200">
                <a:latin typeface="Arial" panose="020B0604020202020204" pitchFamily="34" charset="0"/>
                <a:cs typeface="Arial" panose="020B0604020202020204" pitchFamily="34" charset="0"/>
              </a:defRPr>
            </a:lvl1pPr>
          </a:lstStyle>
          <a:p>
            <a:pPr lvl="0"/>
            <a:endParaRPr lang="en-US"/>
          </a:p>
        </p:txBody>
      </p:sp>
    </p:spTree>
    <p:extLst>
      <p:ext uri="{BB962C8B-B14F-4D97-AF65-F5344CB8AC3E}">
        <p14:creationId xmlns:p14="http://schemas.microsoft.com/office/powerpoint/2010/main" val="24659562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B82D0-C17C-673B-02D6-3C352E2AE6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08FE9A-6537-88BC-291C-CD63F16417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2DD5B8-375E-A414-0FFC-7076D36437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67D980-64F3-4DC7-9245-BFF7EC9C363B}" type="datetimeFigureOut">
              <a:rPr lang="en-US" smtClean="0"/>
              <a:t>10/22/2022</a:t>
            </a:fld>
            <a:endParaRPr lang="en-US"/>
          </a:p>
        </p:txBody>
      </p:sp>
      <p:sp>
        <p:nvSpPr>
          <p:cNvPr id="5" name="Footer Placeholder 4">
            <a:extLst>
              <a:ext uri="{FF2B5EF4-FFF2-40B4-BE49-F238E27FC236}">
                <a16:creationId xmlns:a16="http://schemas.microsoft.com/office/drawing/2014/main" id="{FA01CC7B-95C0-C94B-488D-E4A8AACE9C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F5A099-3AC4-7F03-592C-381BD2CE7A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899ED7-1E53-41A8-B277-AD8666643E86}" type="slidenum">
              <a:rPr lang="en-US" smtClean="0"/>
              <a:t>‹#›</a:t>
            </a:fld>
            <a:endParaRPr lang="en-US"/>
          </a:p>
        </p:txBody>
      </p:sp>
    </p:spTree>
    <p:extLst>
      <p:ext uri="{BB962C8B-B14F-4D97-AF65-F5344CB8AC3E}">
        <p14:creationId xmlns:p14="http://schemas.microsoft.com/office/powerpoint/2010/main" val="868123448"/>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686" r:id="rId32"/>
    <p:sldLayoutId id="2147483687" r:id="rId33"/>
    <p:sldLayoutId id="2147483688" r:id="rId34"/>
    <p:sldLayoutId id="2147483689" r:id="rId35"/>
    <p:sldLayoutId id="2147483690" r:id="rId36"/>
    <p:sldLayoutId id="2147483691" r:id="rId37"/>
    <p:sldLayoutId id="2147483692" r:id="rId38"/>
    <p:sldLayoutId id="2147483693" r:id="rId39"/>
    <p:sldLayoutId id="2147483694" r:id="rId4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2.xml"/><Relationship Id="rId5" Type="http://schemas.openxmlformats.org/officeDocument/2006/relationships/image" Target="../media/image18.sv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4.xml"/><Relationship Id="rId5" Type="http://schemas.openxmlformats.org/officeDocument/2006/relationships/image" Target="../media/image22.sv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7.xml"/><Relationship Id="rId5" Type="http://schemas.openxmlformats.org/officeDocument/2006/relationships/image" Target="../media/image20.sv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svg"/><Relationship Id="rId7" Type="http://schemas.openxmlformats.org/officeDocument/2006/relationships/image" Target="../media/image28.svg"/><Relationship Id="rId2" Type="http://schemas.openxmlformats.org/officeDocument/2006/relationships/image" Target="../media/image25.png"/><Relationship Id="rId1" Type="http://schemas.openxmlformats.org/officeDocument/2006/relationships/slideLayout" Target="../slideLayouts/slideLayout20.xml"/><Relationship Id="rId6" Type="http://schemas.openxmlformats.org/officeDocument/2006/relationships/image" Target="../media/image27.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30.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3.xml"/><Relationship Id="rId5" Type="http://schemas.openxmlformats.org/officeDocument/2006/relationships/image" Target="../media/image24.sv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image" Target="../media/image33.png"/><Relationship Id="rId1" Type="http://schemas.openxmlformats.org/officeDocument/2006/relationships/slideLayout" Target="../slideLayouts/slideLayout26.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3.png"/><Relationship Id="rId1" Type="http://schemas.openxmlformats.org/officeDocument/2006/relationships/slideLayout" Target="../slideLayouts/slideLayout29.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2.svg"/></Relationships>
</file>

<file path=ppt/slides/_rels/slide2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44.png"/><Relationship Id="rId7" Type="http://schemas.openxmlformats.org/officeDocument/2006/relationships/image" Target="../media/image37.png"/><Relationship Id="rId2" Type="http://schemas.openxmlformats.org/officeDocument/2006/relationships/image" Target="../media/image43.png"/><Relationship Id="rId1" Type="http://schemas.openxmlformats.org/officeDocument/2006/relationships/slideLayout" Target="../slideLayouts/slideLayout30.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45.svg"/></Relationships>
</file>

<file path=ppt/slides/_rels/slide2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7.png"/><Relationship Id="rId1" Type="http://schemas.openxmlformats.org/officeDocument/2006/relationships/slideLayout" Target="../slideLayouts/slideLayout33.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24.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slideLayout" Target="../slideLayouts/slideLayout40.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5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3" name="Graphic 21">
            <a:extLst>
              <a:ext uri="{FF2B5EF4-FFF2-40B4-BE49-F238E27FC236}">
                <a16:creationId xmlns:a16="http://schemas.microsoft.com/office/drawing/2014/main" id="{8571AEAF-AA3D-4007-2EF6-938CF0792705}"/>
              </a:ext>
            </a:extLst>
          </p:cNvPr>
          <p:cNvSpPr/>
          <p:nvPr/>
        </p:nvSpPr>
        <p:spPr>
          <a:xfrm>
            <a:off x="2911930" y="4404319"/>
            <a:ext cx="2514858" cy="1004105"/>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 name="TextBox 3">
            <a:extLst>
              <a:ext uri="{FF2B5EF4-FFF2-40B4-BE49-F238E27FC236}">
                <a16:creationId xmlns:a16="http://schemas.microsoft.com/office/drawing/2014/main" id="{46EE2D59-C329-8E16-40F5-A7A8C7753CA0}"/>
              </a:ext>
            </a:extLst>
          </p:cNvPr>
          <p:cNvSpPr txBox="1"/>
          <p:nvPr/>
        </p:nvSpPr>
        <p:spPr>
          <a:xfrm>
            <a:off x="3287379" y="4332910"/>
            <a:ext cx="5617243" cy="1323439"/>
          </a:xfrm>
          <a:prstGeom prst="rect">
            <a:avLst/>
          </a:prstGeom>
          <a:noFill/>
        </p:spPr>
        <p:txBody>
          <a:bodyPr wrap="none" rtlCol="0">
            <a:spAutoFit/>
          </a:bodyPr>
          <a:lstStyle/>
          <a:p>
            <a:pPr algn="ctr"/>
            <a:r>
              <a:rPr lang="en-US" sz="8000">
                <a:solidFill>
                  <a:schemeClr val="tx2"/>
                </a:solidFill>
                <a:latin typeface="Epilogue ExtraBold" pitchFamily="2" charset="0"/>
              </a:rPr>
              <a:t>Bootstrap</a:t>
            </a:r>
          </a:p>
        </p:txBody>
      </p:sp>
      <p:sp>
        <p:nvSpPr>
          <p:cNvPr id="5" name="TextBox 4">
            <a:extLst>
              <a:ext uri="{FF2B5EF4-FFF2-40B4-BE49-F238E27FC236}">
                <a16:creationId xmlns:a16="http://schemas.microsoft.com/office/drawing/2014/main" id="{53CD3D54-3442-714F-D93A-69FE86CB15C9}"/>
              </a:ext>
            </a:extLst>
          </p:cNvPr>
          <p:cNvSpPr txBox="1"/>
          <p:nvPr/>
        </p:nvSpPr>
        <p:spPr>
          <a:xfrm>
            <a:off x="4726876" y="5656349"/>
            <a:ext cx="2738249" cy="292388"/>
          </a:xfrm>
          <a:prstGeom prst="rect">
            <a:avLst/>
          </a:prstGeom>
          <a:noFill/>
        </p:spPr>
        <p:txBody>
          <a:bodyPr wrap="none" rtlCol="0">
            <a:spAutoFit/>
          </a:bodyPr>
          <a:lstStyle/>
          <a:p>
            <a:pPr algn="ctr"/>
            <a:r>
              <a:rPr lang="en-US" sz="1300">
                <a:solidFill>
                  <a:schemeClr val="tx2"/>
                </a:solidFill>
                <a:latin typeface="Epilogue" pitchFamily="2" charset="0"/>
              </a:rPr>
              <a:t>Startup Presentation Template</a:t>
            </a:r>
          </a:p>
        </p:txBody>
      </p:sp>
      <p:sp>
        <p:nvSpPr>
          <p:cNvPr id="14" name="Freeform: Shape 13">
            <a:extLst>
              <a:ext uri="{FF2B5EF4-FFF2-40B4-BE49-F238E27FC236}">
                <a16:creationId xmlns:a16="http://schemas.microsoft.com/office/drawing/2014/main" id="{71CFD777-3CE2-3477-B53F-AF5EF7186E73}"/>
              </a:ext>
            </a:extLst>
          </p:cNvPr>
          <p:cNvSpPr/>
          <p:nvPr/>
        </p:nvSpPr>
        <p:spPr>
          <a:xfrm>
            <a:off x="9831285" y="4210050"/>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Picture Placeholder 2">
            <a:extLst>
              <a:ext uri="{FF2B5EF4-FFF2-40B4-BE49-F238E27FC236}">
                <a16:creationId xmlns:a16="http://schemas.microsoft.com/office/drawing/2014/main" id="{5C9E081C-FD33-CAF0-DB0F-5A190EFD5354}"/>
              </a:ext>
            </a:extLst>
          </p:cNvPr>
          <p:cNvSpPr>
            <a:spLocks noGrp="1"/>
          </p:cNvSpPr>
          <p:nvPr>
            <p:ph type="pic" sz="quarter" idx="10"/>
          </p:nvPr>
        </p:nvSpPr>
        <p:spPr/>
      </p:sp>
      <p:sp>
        <p:nvSpPr>
          <p:cNvPr id="31" name="Graphic 15">
            <a:extLst>
              <a:ext uri="{FF2B5EF4-FFF2-40B4-BE49-F238E27FC236}">
                <a16:creationId xmlns:a16="http://schemas.microsoft.com/office/drawing/2014/main" id="{DEA6A8A6-71C7-986F-FAAA-88277DBE9693}"/>
              </a:ext>
            </a:extLst>
          </p:cNvPr>
          <p:cNvSpPr/>
          <p:nvPr/>
        </p:nvSpPr>
        <p:spPr>
          <a:xfrm>
            <a:off x="123319" y="1372454"/>
            <a:ext cx="2837596" cy="2837596"/>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DC72F50-229E-C3E0-D7F3-3B8178C24B1C}"/>
              </a:ext>
            </a:extLst>
          </p:cNvPr>
          <p:cNvSpPr/>
          <p:nvPr/>
        </p:nvSpPr>
        <p:spPr>
          <a:xfrm>
            <a:off x="10141077" y="4503374"/>
            <a:ext cx="688848" cy="68884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Graphic 24">
            <a:extLst>
              <a:ext uri="{FF2B5EF4-FFF2-40B4-BE49-F238E27FC236}">
                <a16:creationId xmlns:a16="http://schemas.microsoft.com/office/drawing/2014/main" id="{45EEB7D4-FD5A-0E48-5DC9-572CDC3A7EC5}"/>
              </a:ext>
            </a:extLst>
          </p:cNvPr>
          <p:cNvSpPr/>
          <p:nvPr/>
        </p:nvSpPr>
        <p:spPr>
          <a:xfrm>
            <a:off x="10645008" y="707604"/>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Tree>
    <p:extLst>
      <p:ext uri="{BB962C8B-B14F-4D97-AF65-F5344CB8AC3E}">
        <p14:creationId xmlns:p14="http://schemas.microsoft.com/office/powerpoint/2010/main" val="394554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2E0CF0E-6CD2-A5A2-305E-1EF05C70A745}"/>
              </a:ext>
            </a:extLst>
          </p:cNvPr>
          <p:cNvSpPr/>
          <p:nvPr/>
        </p:nvSpPr>
        <p:spPr>
          <a:xfrm>
            <a:off x="0" y="3594100"/>
            <a:ext cx="12192000" cy="3263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raphic 15">
            <a:extLst>
              <a:ext uri="{FF2B5EF4-FFF2-40B4-BE49-F238E27FC236}">
                <a16:creationId xmlns:a16="http://schemas.microsoft.com/office/drawing/2014/main" id="{18BD7014-8FA7-5F05-498F-2343B7C3408D}"/>
              </a:ext>
            </a:extLst>
          </p:cNvPr>
          <p:cNvSpPr/>
          <p:nvPr/>
        </p:nvSpPr>
        <p:spPr>
          <a:xfrm>
            <a:off x="243642" y="4322688"/>
            <a:ext cx="1849512" cy="1849512"/>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6" name="TextBox 5">
            <a:extLst>
              <a:ext uri="{FF2B5EF4-FFF2-40B4-BE49-F238E27FC236}">
                <a16:creationId xmlns:a16="http://schemas.microsoft.com/office/drawing/2014/main" id="{7E73CCA0-911D-F034-AF52-23BE0D5D3F0A}"/>
              </a:ext>
            </a:extLst>
          </p:cNvPr>
          <p:cNvSpPr txBox="1"/>
          <p:nvPr/>
        </p:nvSpPr>
        <p:spPr>
          <a:xfrm>
            <a:off x="3765434" y="261422"/>
            <a:ext cx="7912744" cy="2646878"/>
          </a:xfrm>
          <a:prstGeom prst="rect">
            <a:avLst/>
          </a:prstGeom>
          <a:noFill/>
        </p:spPr>
        <p:txBody>
          <a:bodyPr wrap="none" rtlCol="0">
            <a:spAutoFit/>
          </a:bodyPr>
          <a:lstStyle/>
          <a:p>
            <a:r>
              <a:rPr lang="en-US" sz="16600" b="1" spc="600">
                <a:ln w="12700">
                  <a:solidFill>
                    <a:schemeClr val="tx2">
                      <a:alpha val="15000"/>
                    </a:schemeClr>
                  </a:solidFill>
                </a:ln>
                <a:noFill/>
                <a:latin typeface="Epilogue Black" pitchFamily="2" charset="0"/>
              </a:rPr>
              <a:t>ABOUT</a:t>
            </a:r>
          </a:p>
        </p:txBody>
      </p:sp>
      <p:sp>
        <p:nvSpPr>
          <p:cNvPr id="2" name="TextBox 1">
            <a:extLst>
              <a:ext uri="{FF2B5EF4-FFF2-40B4-BE49-F238E27FC236}">
                <a16:creationId xmlns:a16="http://schemas.microsoft.com/office/drawing/2014/main" id="{2C71715A-8270-2E41-1C74-6076C6B859B8}"/>
              </a:ext>
            </a:extLst>
          </p:cNvPr>
          <p:cNvSpPr txBox="1"/>
          <p:nvPr/>
        </p:nvSpPr>
        <p:spPr>
          <a:xfrm>
            <a:off x="1066800" y="685800"/>
            <a:ext cx="2089033" cy="830997"/>
          </a:xfrm>
          <a:prstGeom prst="rect">
            <a:avLst/>
          </a:prstGeom>
          <a:noFill/>
        </p:spPr>
        <p:txBody>
          <a:bodyPr wrap="none" rtlCol="0">
            <a:spAutoFit/>
          </a:bodyPr>
          <a:lstStyle/>
          <a:p>
            <a:r>
              <a:rPr lang="en-US" sz="4800" b="1">
                <a:solidFill>
                  <a:schemeClr val="tx2"/>
                </a:solidFill>
                <a:latin typeface="Epilogue" pitchFamily="2" charset="0"/>
              </a:rPr>
              <a:t>About</a:t>
            </a:r>
          </a:p>
        </p:txBody>
      </p:sp>
      <p:sp>
        <p:nvSpPr>
          <p:cNvPr id="3" name="TextBox 2">
            <a:extLst>
              <a:ext uri="{FF2B5EF4-FFF2-40B4-BE49-F238E27FC236}">
                <a16:creationId xmlns:a16="http://schemas.microsoft.com/office/drawing/2014/main" id="{2A3DCD32-63B4-4935-B24B-D00668496A4D}"/>
              </a:ext>
            </a:extLst>
          </p:cNvPr>
          <p:cNvSpPr txBox="1"/>
          <p:nvPr/>
        </p:nvSpPr>
        <p:spPr>
          <a:xfrm>
            <a:off x="1066800" y="1516797"/>
            <a:ext cx="1803699" cy="292388"/>
          </a:xfrm>
          <a:prstGeom prst="rect">
            <a:avLst/>
          </a:prstGeom>
          <a:noFill/>
        </p:spPr>
        <p:txBody>
          <a:bodyPr wrap="none" rtlCol="0">
            <a:spAutoFit/>
          </a:bodyPr>
          <a:lstStyle/>
          <a:p>
            <a:r>
              <a:rPr lang="en-US" sz="1300">
                <a:solidFill>
                  <a:schemeClr val="tx2"/>
                </a:solidFill>
                <a:latin typeface="Epilogue" pitchFamily="2" charset="0"/>
              </a:rPr>
              <a:t>About Our Company</a:t>
            </a:r>
          </a:p>
        </p:txBody>
      </p:sp>
      <p:sp>
        <p:nvSpPr>
          <p:cNvPr id="7" name="Picture Placeholder 6">
            <a:extLst>
              <a:ext uri="{FF2B5EF4-FFF2-40B4-BE49-F238E27FC236}">
                <a16:creationId xmlns:a16="http://schemas.microsoft.com/office/drawing/2014/main" id="{0D07BCAB-F83B-6F1C-D8B7-0A54DC2EBE9A}"/>
              </a:ext>
            </a:extLst>
          </p:cNvPr>
          <p:cNvSpPr>
            <a:spLocks noGrp="1"/>
          </p:cNvSpPr>
          <p:nvPr>
            <p:ph type="pic" sz="quarter" idx="10"/>
          </p:nvPr>
        </p:nvSpPr>
        <p:spPr/>
      </p:sp>
      <p:sp>
        <p:nvSpPr>
          <p:cNvPr id="11" name="Freeform: Shape 10">
            <a:extLst>
              <a:ext uri="{FF2B5EF4-FFF2-40B4-BE49-F238E27FC236}">
                <a16:creationId xmlns:a16="http://schemas.microsoft.com/office/drawing/2014/main" id="{0D9BF201-0804-94AB-089B-E0700D4CFFC4}"/>
              </a:ext>
            </a:extLst>
          </p:cNvPr>
          <p:cNvSpPr/>
          <p:nvPr/>
        </p:nvSpPr>
        <p:spPr>
          <a:xfrm>
            <a:off x="5403724" y="491530"/>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Graphic 24">
            <a:extLst>
              <a:ext uri="{FF2B5EF4-FFF2-40B4-BE49-F238E27FC236}">
                <a16:creationId xmlns:a16="http://schemas.microsoft.com/office/drawing/2014/main" id="{AF990406-F2CE-1DDC-F875-175B4453B48F}"/>
              </a:ext>
            </a:extLst>
          </p:cNvPr>
          <p:cNvSpPr/>
          <p:nvPr/>
        </p:nvSpPr>
        <p:spPr>
          <a:xfrm>
            <a:off x="9780485" y="1947916"/>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5" name="Freeform: Shape 14">
            <a:extLst>
              <a:ext uri="{FF2B5EF4-FFF2-40B4-BE49-F238E27FC236}">
                <a16:creationId xmlns:a16="http://schemas.microsoft.com/office/drawing/2014/main" id="{1E6CC4A4-CC8F-BB1C-29A9-EE68D6449BF7}"/>
              </a:ext>
            </a:extLst>
          </p:cNvPr>
          <p:cNvSpPr/>
          <p:nvPr/>
        </p:nvSpPr>
        <p:spPr>
          <a:xfrm>
            <a:off x="5042512" y="336868"/>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76554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 name="Graphic 21">
            <a:extLst>
              <a:ext uri="{FF2B5EF4-FFF2-40B4-BE49-F238E27FC236}">
                <a16:creationId xmlns:a16="http://schemas.microsoft.com/office/drawing/2014/main" id="{FD18C34C-2E53-3531-44FD-41CDE6420E5C}"/>
              </a:ext>
            </a:extLst>
          </p:cNvPr>
          <p:cNvSpPr/>
          <p:nvPr/>
        </p:nvSpPr>
        <p:spPr>
          <a:xfrm rot="10800000">
            <a:off x="623485" y="666547"/>
            <a:ext cx="2514858" cy="1004105"/>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3" name="Rectangle 12">
            <a:extLst>
              <a:ext uri="{FF2B5EF4-FFF2-40B4-BE49-F238E27FC236}">
                <a16:creationId xmlns:a16="http://schemas.microsoft.com/office/drawing/2014/main" id="{8DEC22FB-CEF8-C88E-7E05-C61366DEF013}"/>
              </a:ext>
            </a:extLst>
          </p:cNvPr>
          <p:cNvSpPr/>
          <p:nvPr/>
        </p:nvSpPr>
        <p:spPr>
          <a:xfrm>
            <a:off x="9498263" y="0"/>
            <a:ext cx="269373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800" y="2201516"/>
            <a:ext cx="1822935" cy="292388"/>
          </a:xfrm>
          <a:prstGeom prst="rect">
            <a:avLst/>
          </a:prstGeom>
          <a:noFill/>
        </p:spPr>
        <p:txBody>
          <a:bodyPr wrap="none" rtlCol="0">
            <a:spAutoFit/>
          </a:bodyPr>
          <a:lstStyle/>
          <a:p>
            <a:r>
              <a:rPr lang="en-US" sz="1300">
                <a:solidFill>
                  <a:schemeClr val="tx2"/>
                </a:solidFill>
                <a:latin typeface="Epilogue" pitchFamily="2" charset="0"/>
              </a:rPr>
              <a:t>Bootstrap Company</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D2ECDB85-F5A1-E2EB-7828-5C537E087FF9}"/>
              </a:ext>
            </a:extLst>
          </p:cNvPr>
          <p:cNvSpPr txBox="1"/>
          <p:nvPr/>
        </p:nvSpPr>
        <p:spPr>
          <a:xfrm>
            <a:off x="1066800" y="3074810"/>
            <a:ext cx="3197215" cy="1563570"/>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dirty="0" err="1">
                <a:solidFill>
                  <a:schemeClr val="tx2"/>
                </a:solidFill>
                <a:latin typeface="Epilogue" pitchFamily="2" charset="0"/>
              </a:rPr>
              <a:t>odio</a:t>
            </a:r>
            <a:r>
              <a:rPr lang="en-US" sz="1300" dirty="0">
                <a:solidFill>
                  <a:schemeClr val="tx2"/>
                </a:solidFill>
                <a:latin typeface="Epilogue" pitchFamily="2" charset="0"/>
              </a:rPr>
              <a:t> </a:t>
            </a:r>
            <a:r>
              <a:rPr lang="en-US" sz="1300" dirty="0" err="1">
                <a:solidFill>
                  <a:schemeClr val="tx2"/>
                </a:solidFill>
                <a:latin typeface="Epilogue" pitchFamily="2" charset="0"/>
              </a:rPr>
              <a:t>dignissimos</a:t>
            </a:r>
            <a:r>
              <a:rPr lang="en-US" sz="1300" dirty="0">
                <a:solidFill>
                  <a:schemeClr val="tx2"/>
                </a:solidFill>
                <a:latin typeface="Epilogue" pitchFamily="2" charset="0"/>
              </a:rPr>
              <a:t> </a:t>
            </a:r>
            <a:r>
              <a:rPr lang="en-US" sz="1300" dirty="0" err="1">
                <a:solidFill>
                  <a:schemeClr val="tx2"/>
                </a:solidFill>
                <a:latin typeface="Epilogue" pitchFamily="2" charset="0"/>
              </a:rPr>
              <a:t>ducimus</a:t>
            </a:r>
            <a:r>
              <a:rPr lang="en-US" sz="1300" dirty="0">
                <a:solidFill>
                  <a:schemeClr val="tx2"/>
                </a:solidFill>
                <a:latin typeface="Epilogue" pitchFamily="2" charset="0"/>
              </a:rPr>
              <a:t> </a:t>
            </a:r>
            <a:r>
              <a:rPr lang="en-US" sz="1300">
                <a:solidFill>
                  <a:schemeClr val="tx2"/>
                </a:solidFill>
                <a:latin typeface="Epilogue" pitchFamily="2" charset="0"/>
              </a:rPr>
              <a:t>qui blan ditiis </a:t>
            </a:r>
            <a:r>
              <a:rPr lang="en-US" sz="1300" err="1">
                <a:solidFill>
                  <a:schemeClr val="tx2"/>
                </a:solidFill>
                <a:latin typeface="Epilogue" pitchFamily="2" charset="0"/>
              </a:rPr>
              <a:t>praesentium</a:t>
            </a:r>
            <a:r>
              <a:rPr lang="en-US" sz="1300">
                <a:solidFill>
                  <a:schemeClr val="tx2"/>
                </a:solidFill>
                <a:latin typeface="Epilogue" pitchFamily="2" charset="0"/>
              </a:rPr>
              <a:t> voluptatum quas </a:t>
            </a:r>
            <a:r>
              <a:rPr lang="en-US" sz="1300" dirty="0" err="1">
                <a:solidFill>
                  <a:schemeClr val="tx2"/>
                </a:solidFill>
                <a:latin typeface="Epilogue" pitchFamily="2" charset="0"/>
              </a:rPr>
              <a:t>deleniti</a:t>
            </a:r>
            <a:r>
              <a:rPr lang="en-US" sz="1300" dirty="0">
                <a:solidFill>
                  <a:schemeClr val="tx2"/>
                </a:solidFill>
                <a:latin typeface="Epilogue" pitchFamily="2" charset="0"/>
              </a:rPr>
              <a:t> </a:t>
            </a:r>
            <a:r>
              <a:rPr lang="en-US" sz="1300" dirty="0" err="1">
                <a:solidFill>
                  <a:schemeClr val="tx2"/>
                </a:solidFill>
                <a:latin typeface="Epilogue" pitchFamily="2" charset="0"/>
              </a:rPr>
              <a:t>atque</a:t>
            </a:r>
            <a:r>
              <a:rPr lang="en-US" sz="1300" dirty="0">
                <a:solidFill>
                  <a:schemeClr val="tx2"/>
                </a:solidFill>
                <a:latin typeface="Epilogue" pitchFamily="2" charset="0"/>
              </a:rPr>
              <a:t> </a:t>
            </a:r>
            <a:r>
              <a:rPr lang="en-US" sz="1300" dirty="0" err="1">
                <a:solidFill>
                  <a:schemeClr val="tx2"/>
                </a:solidFill>
                <a:latin typeface="Epilogue" pitchFamily="2" charset="0"/>
              </a:rPr>
              <a:t>corrupti</a:t>
            </a:r>
            <a:r>
              <a:rPr lang="en-US" sz="1300" dirty="0">
                <a:solidFill>
                  <a:schemeClr val="tx2"/>
                </a:solidFill>
                <a:latin typeface="Epilogue" pitchFamily="2" charset="0"/>
              </a:rPr>
              <a:t> quos </a:t>
            </a:r>
            <a:r>
              <a:rPr lang="en-US" sz="1300" dirty="0" err="1">
                <a:solidFill>
                  <a:schemeClr val="tx2"/>
                </a:solidFill>
                <a:latin typeface="Epilogue" pitchFamily="2" charset="0"/>
              </a:rPr>
              <a:t>dolores</a:t>
            </a:r>
            <a:r>
              <a:rPr lang="en-US" sz="1300" dirty="0">
                <a:solidFill>
                  <a:schemeClr val="tx2"/>
                </a:solidFill>
                <a:latin typeface="Epilogue" pitchFamily="2" charset="0"/>
              </a:rPr>
              <a:t> </a:t>
            </a:r>
            <a:r>
              <a:rPr lang="en-US" sz="1300">
                <a:solidFill>
                  <a:schemeClr val="tx2"/>
                </a:solidFill>
                <a:latin typeface="Epilogue" pitchFamily="2" charset="0"/>
              </a:rPr>
              <a:t>et molestias occaecati similique.</a:t>
            </a:r>
            <a:endParaRPr lang="en-US" sz="1300" b="0" dirty="0">
              <a:solidFill>
                <a:schemeClr val="tx2"/>
              </a:solidFill>
              <a:effectLst/>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1001187"/>
            <a:ext cx="3197215"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About Bootstrap</a:t>
            </a:r>
            <a:endParaRPr lang="en-US" sz="3600" b="1" dirty="0">
              <a:solidFill>
                <a:schemeClr val="tx2"/>
              </a:solidFill>
              <a:latin typeface="Epilogue" pitchFamily="2" charset="0"/>
              <a:cs typeface="Rubik" pitchFamily="2" charset="-79"/>
            </a:endParaRPr>
          </a:p>
        </p:txBody>
      </p:sp>
      <p:sp>
        <p:nvSpPr>
          <p:cNvPr id="5" name="Rectangle: Rounded Corners 4">
            <a:extLst>
              <a:ext uri="{FF2B5EF4-FFF2-40B4-BE49-F238E27FC236}">
                <a16:creationId xmlns:a16="http://schemas.microsoft.com/office/drawing/2014/main" id="{B51C1068-95A9-655D-C208-FC6EBCB49A6A}"/>
              </a:ext>
            </a:extLst>
          </p:cNvPr>
          <p:cNvSpPr/>
          <p:nvPr/>
        </p:nvSpPr>
        <p:spPr>
          <a:xfrm>
            <a:off x="1066800" y="5219286"/>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69027D8-D7CC-2A69-BB53-40FF7BB30420}"/>
              </a:ext>
            </a:extLst>
          </p:cNvPr>
          <p:cNvSpPr txBox="1"/>
          <p:nvPr/>
        </p:nvSpPr>
        <p:spPr>
          <a:xfrm>
            <a:off x="1286781" y="5397012"/>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8" name="Picture Placeholder 7">
            <a:extLst>
              <a:ext uri="{FF2B5EF4-FFF2-40B4-BE49-F238E27FC236}">
                <a16:creationId xmlns:a16="http://schemas.microsoft.com/office/drawing/2014/main" id="{603BA3FD-B7CF-1BC6-4151-EA7CE9DBF5B5}"/>
              </a:ext>
            </a:extLst>
          </p:cNvPr>
          <p:cNvSpPr>
            <a:spLocks noGrp="1"/>
          </p:cNvSpPr>
          <p:nvPr>
            <p:ph type="pic" sz="quarter" idx="10"/>
          </p:nvPr>
        </p:nvSpPr>
        <p:spPr/>
      </p:sp>
      <p:sp>
        <p:nvSpPr>
          <p:cNvPr id="10" name="Picture Placeholder 9">
            <a:extLst>
              <a:ext uri="{FF2B5EF4-FFF2-40B4-BE49-F238E27FC236}">
                <a16:creationId xmlns:a16="http://schemas.microsoft.com/office/drawing/2014/main" id="{CA137C55-17F8-8579-41C1-6CC91CB4CECA}"/>
              </a:ext>
            </a:extLst>
          </p:cNvPr>
          <p:cNvSpPr>
            <a:spLocks noGrp="1"/>
          </p:cNvSpPr>
          <p:nvPr>
            <p:ph type="pic" sz="quarter" idx="11"/>
          </p:nvPr>
        </p:nvSpPr>
        <p:spPr/>
      </p:sp>
      <p:sp>
        <p:nvSpPr>
          <p:cNvPr id="12" name="Picture Placeholder 11">
            <a:extLst>
              <a:ext uri="{FF2B5EF4-FFF2-40B4-BE49-F238E27FC236}">
                <a16:creationId xmlns:a16="http://schemas.microsoft.com/office/drawing/2014/main" id="{0736F437-6749-3E00-9939-73A7D09FAA55}"/>
              </a:ext>
            </a:extLst>
          </p:cNvPr>
          <p:cNvSpPr>
            <a:spLocks noGrp="1"/>
          </p:cNvSpPr>
          <p:nvPr>
            <p:ph type="pic" sz="quarter" idx="12"/>
          </p:nvPr>
        </p:nvSpPr>
        <p:spPr/>
      </p:sp>
      <p:sp>
        <p:nvSpPr>
          <p:cNvPr id="17" name="Rectangle: Rounded Corners 16">
            <a:extLst>
              <a:ext uri="{FF2B5EF4-FFF2-40B4-BE49-F238E27FC236}">
                <a16:creationId xmlns:a16="http://schemas.microsoft.com/office/drawing/2014/main" id="{C9886FC6-603E-E1AD-744D-AC9959C0BE26}"/>
              </a:ext>
            </a:extLst>
          </p:cNvPr>
          <p:cNvSpPr/>
          <p:nvPr/>
        </p:nvSpPr>
        <p:spPr>
          <a:xfrm>
            <a:off x="6804660" y="4144319"/>
            <a:ext cx="2891543" cy="1398817"/>
          </a:xfrm>
          <a:prstGeom prst="roundRect">
            <a:avLst>
              <a:gd name="adj" fmla="val 14042"/>
            </a:avLst>
          </a:prstGeom>
          <a:solidFill>
            <a:schemeClr val="bg2"/>
          </a:solidFill>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74B05D8-30C0-E58E-7FCB-D85ED04C54E9}"/>
              </a:ext>
            </a:extLst>
          </p:cNvPr>
          <p:cNvSpPr txBox="1"/>
          <p:nvPr/>
        </p:nvSpPr>
        <p:spPr>
          <a:xfrm>
            <a:off x="7058844" y="4362024"/>
            <a:ext cx="2439419"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Excepturi </a:t>
            </a:r>
            <a:r>
              <a:rPr lang="en-US" sz="1300" dirty="0" err="1">
                <a:solidFill>
                  <a:schemeClr val="tx2"/>
                </a:solidFill>
                <a:latin typeface="Epilogue" pitchFamily="2" charset="0"/>
              </a:rPr>
              <a:t>sint</a:t>
            </a:r>
            <a:r>
              <a:rPr lang="en-US" sz="1300" dirty="0">
                <a:solidFill>
                  <a:schemeClr val="tx2"/>
                </a:solidFill>
                <a:latin typeface="Epilogue" pitchFamily="2" charset="0"/>
              </a:rPr>
              <a:t> </a:t>
            </a:r>
            <a:r>
              <a:rPr lang="en-US" sz="1300" err="1">
                <a:solidFill>
                  <a:schemeClr val="tx2"/>
                </a:solidFill>
                <a:latin typeface="Epilogue" pitchFamily="2" charset="0"/>
              </a:rPr>
              <a:t>occaecati</a:t>
            </a:r>
            <a:r>
              <a:rPr lang="en-US" sz="1300">
                <a:solidFill>
                  <a:schemeClr val="tx2"/>
                </a:solidFill>
                <a:latin typeface="Epilogue" pitchFamily="2" charset="0"/>
              </a:rPr>
              <a:t> cupidi in tate non provi et qui </a:t>
            </a:r>
            <a:r>
              <a:rPr lang="en-US" sz="1300" dirty="0" err="1">
                <a:solidFill>
                  <a:schemeClr val="tx2"/>
                </a:solidFill>
                <a:latin typeface="Epilogue" pitchFamily="2" charset="0"/>
              </a:rPr>
              <a:t>officia</a:t>
            </a:r>
            <a:r>
              <a:rPr lang="en-US" sz="1300" dirty="0">
                <a:solidFill>
                  <a:schemeClr val="tx2"/>
                </a:solidFill>
                <a:latin typeface="Epilogue" pitchFamily="2" charset="0"/>
              </a:rPr>
              <a:t> </a:t>
            </a:r>
            <a:r>
              <a:rPr lang="en-US" sz="1300" err="1">
                <a:solidFill>
                  <a:schemeClr val="tx2"/>
                </a:solidFill>
                <a:latin typeface="Epilogue" pitchFamily="2" charset="0"/>
              </a:rPr>
              <a:t>deserunt</a:t>
            </a:r>
            <a:r>
              <a:rPr lang="en-US" sz="1300">
                <a:solidFill>
                  <a:schemeClr val="tx2"/>
                </a:solidFill>
                <a:latin typeface="Epilogue" pitchFamily="2" charset="0"/>
              </a:rPr>
              <a:t> mollitia</a:t>
            </a:r>
            <a:endParaRPr lang="en-US" sz="1300" b="0" dirty="0">
              <a:solidFill>
                <a:schemeClr val="tx2"/>
              </a:solidFill>
              <a:effectLst/>
              <a:latin typeface="Epilogue" pitchFamily="2" charset="0"/>
            </a:endParaRPr>
          </a:p>
        </p:txBody>
      </p:sp>
      <p:sp>
        <p:nvSpPr>
          <p:cNvPr id="26" name="Graphic 15">
            <a:extLst>
              <a:ext uri="{FF2B5EF4-FFF2-40B4-BE49-F238E27FC236}">
                <a16:creationId xmlns:a16="http://schemas.microsoft.com/office/drawing/2014/main" id="{0721027B-DA7E-81DC-E772-7064F1E8A3F1}"/>
              </a:ext>
            </a:extLst>
          </p:cNvPr>
          <p:cNvSpPr/>
          <p:nvPr/>
        </p:nvSpPr>
        <p:spPr>
          <a:xfrm>
            <a:off x="4611465" y="3550629"/>
            <a:ext cx="1187380" cy="1187380"/>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27" name="Graphic 24">
            <a:extLst>
              <a:ext uri="{FF2B5EF4-FFF2-40B4-BE49-F238E27FC236}">
                <a16:creationId xmlns:a16="http://schemas.microsoft.com/office/drawing/2014/main" id="{77976CD3-83B5-9BBA-266A-52858F3AC8C9}"/>
              </a:ext>
            </a:extLst>
          </p:cNvPr>
          <p:cNvSpPr/>
          <p:nvPr/>
        </p:nvSpPr>
        <p:spPr>
          <a:xfrm>
            <a:off x="10379700" y="469900"/>
            <a:ext cx="1597416" cy="1597416"/>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grpSp>
        <p:nvGrpSpPr>
          <p:cNvPr id="31" name="Group 30">
            <a:extLst>
              <a:ext uri="{FF2B5EF4-FFF2-40B4-BE49-F238E27FC236}">
                <a16:creationId xmlns:a16="http://schemas.microsoft.com/office/drawing/2014/main" id="{73F7D91B-AA44-E04A-8671-6186EB4390CD}"/>
              </a:ext>
            </a:extLst>
          </p:cNvPr>
          <p:cNvGrpSpPr/>
          <p:nvPr/>
        </p:nvGrpSpPr>
        <p:grpSpPr>
          <a:xfrm>
            <a:off x="4109443" y="2134076"/>
            <a:ext cx="521259" cy="427268"/>
            <a:chOff x="7745691" y="-1278168"/>
            <a:chExt cx="789945" cy="647506"/>
          </a:xfrm>
        </p:grpSpPr>
        <p:sp>
          <p:nvSpPr>
            <p:cNvPr id="29" name="Freeform: Shape 28">
              <a:extLst>
                <a:ext uri="{FF2B5EF4-FFF2-40B4-BE49-F238E27FC236}">
                  <a16:creationId xmlns:a16="http://schemas.microsoft.com/office/drawing/2014/main" id="{ADEC6D78-396C-1452-44FA-2C726D602B5F}"/>
                </a:ext>
              </a:extLst>
            </p:cNvPr>
            <p:cNvSpPr/>
            <p:nvPr/>
          </p:nvSpPr>
          <p:spPr>
            <a:xfrm>
              <a:off x="7745691" y="-1278168"/>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46F2CA77-FAFD-0EA5-5F73-45E20F60E300}"/>
                </a:ext>
              </a:extLst>
            </p:cNvPr>
            <p:cNvSpPr/>
            <p:nvPr/>
          </p:nvSpPr>
          <p:spPr>
            <a:xfrm>
              <a:off x="8030569" y="-1135729"/>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213172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2D311BDC-DB81-9CD6-07FA-234EE625DD6D}"/>
              </a:ext>
            </a:extLst>
          </p:cNvPr>
          <p:cNvSpPr/>
          <p:nvPr/>
        </p:nvSpPr>
        <p:spPr>
          <a:xfrm rot="16200000">
            <a:off x="6050350" y="716350"/>
            <a:ext cx="6858000" cy="5425300"/>
          </a:xfrm>
          <a:prstGeom prst="round2SameRect">
            <a:avLst>
              <a:gd name="adj1" fmla="val 14314"/>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phic 15">
            <a:extLst>
              <a:ext uri="{FF2B5EF4-FFF2-40B4-BE49-F238E27FC236}">
                <a16:creationId xmlns:a16="http://schemas.microsoft.com/office/drawing/2014/main" id="{7441FA96-56B5-42CA-7873-F197072EC68C}"/>
              </a:ext>
            </a:extLst>
          </p:cNvPr>
          <p:cNvSpPr/>
          <p:nvPr/>
        </p:nvSpPr>
        <p:spPr>
          <a:xfrm>
            <a:off x="8507635" y="136334"/>
            <a:ext cx="3684365" cy="3684365"/>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800" y="1978517"/>
            <a:ext cx="1550424" cy="292388"/>
          </a:xfrm>
          <a:prstGeom prst="rect">
            <a:avLst/>
          </a:prstGeom>
          <a:noFill/>
        </p:spPr>
        <p:txBody>
          <a:bodyPr wrap="none" rtlCol="0">
            <a:spAutoFit/>
          </a:bodyPr>
          <a:lstStyle/>
          <a:p>
            <a:r>
              <a:rPr lang="en-US" sz="1300">
                <a:solidFill>
                  <a:schemeClr val="tx2"/>
                </a:solidFill>
                <a:latin typeface="Epilogue" pitchFamily="2" charset="0"/>
              </a:rPr>
              <a:t>About Bootstrap</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D2ECDB85-F5A1-E2EB-7828-5C537E087FF9}"/>
              </a:ext>
            </a:extLst>
          </p:cNvPr>
          <p:cNvSpPr txBox="1"/>
          <p:nvPr/>
        </p:nvSpPr>
        <p:spPr>
          <a:xfrm>
            <a:off x="1066802" y="2851811"/>
            <a:ext cx="2853626" cy="2763898"/>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dirty="0" err="1">
                <a:solidFill>
                  <a:schemeClr val="tx2"/>
                </a:solidFill>
                <a:latin typeface="Epilogue" pitchFamily="2" charset="0"/>
              </a:rPr>
              <a:t>odio</a:t>
            </a:r>
            <a:r>
              <a:rPr lang="en-US" sz="1300" dirty="0">
                <a:solidFill>
                  <a:schemeClr val="tx2"/>
                </a:solidFill>
                <a:latin typeface="Epilogue" pitchFamily="2" charset="0"/>
              </a:rPr>
              <a:t> </a:t>
            </a:r>
            <a:r>
              <a:rPr lang="en-US" sz="1300" err="1">
                <a:solidFill>
                  <a:schemeClr val="tx2"/>
                </a:solidFill>
                <a:latin typeface="Epilogue" pitchFamily="2" charset="0"/>
              </a:rPr>
              <a:t>dignissimos</a:t>
            </a:r>
            <a:r>
              <a:rPr lang="en-US" sz="1300">
                <a:solidFill>
                  <a:schemeClr val="tx2"/>
                </a:solidFill>
                <a:latin typeface="Epilogue" pitchFamily="2" charset="0"/>
              </a:rPr>
              <a:t> duci mus </a:t>
            </a:r>
            <a:r>
              <a:rPr lang="en-US" sz="1300" dirty="0">
                <a:solidFill>
                  <a:schemeClr val="tx2"/>
                </a:solidFill>
                <a:latin typeface="Epilogue" pitchFamily="2" charset="0"/>
              </a:rPr>
              <a:t>qui </a:t>
            </a:r>
            <a:r>
              <a:rPr lang="en-US" sz="1300" err="1">
                <a:solidFill>
                  <a:schemeClr val="tx2"/>
                </a:solidFill>
                <a:latin typeface="Epilogue" pitchFamily="2" charset="0"/>
              </a:rPr>
              <a:t>blanditiis</a:t>
            </a:r>
            <a:r>
              <a:rPr lang="en-US" sz="1300">
                <a:solidFill>
                  <a:schemeClr val="tx2"/>
                </a:solidFill>
                <a:latin typeface="Epilogue" pitchFamily="2" charset="0"/>
              </a:rPr>
              <a:t> prae sentium volup tatum </a:t>
            </a:r>
            <a:r>
              <a:rPr lang="en-US" sz="1300" err="1">
                <a:solidFill>
                  <a:schemeClr val="tx2"/>
                </a:solidFill>
                <a:latin typeface="Epilogue" pitchFamily="2" charset="0"/>
              </a:rPr>
              <a:t>deleniti</a:t>
            </a:r>
            <a:r>
              <a:rPr lang="en-US" sz="1300">
                <a:solidFill>
                  <a:schemeClr val="tx2"/>
                </a:solidFill>
                <a:latin typeface="Epilogue" pitchFamily="2" charset="0"/>
              </a:rPr>
              <a:t> atque quas quos corrupti dolores et molestias</a:t>
            </a:r>
            <a:r>
              <a:rPr lang="en-US" sz="1300" dirty="0">
                <a:solidFill>
                  <a:schemeClr val="tx2"/>
                </a:solidFill>
                <a:latin typeface="Epilogue" pitchFamily="2" charset="0"/>
              </a:rPr>
              <a:t>.</a:t>
            </a:r>
            <a:br>
              <a:rPr lang="en-US" sz="1300" dirty="0">
                <a:solidFill>
                  <a:schemeClr val="tx2"/>
                </a:solidFill>
                <a:latin typeface="Epilogue" pitchFamily="2" charset="0"/>
              </a:rPr>
            </a:br>
            <a:br>
              <a:rPr lang="en-US" sz="1300" dirty="0">
                <a:solidFill>
                  <a:schemeClr val="tx2"/>
                </a:solidFill>
                <a:latin typeface="Epilogue" pitchFamily="2" charset="0"/>
              </a:rPr>
            </a:br>
            <a:r>
              <a:rPr lang="en-US" sz="1300" dirty="0" err="1">
                <a:solidFill>
                  <a:schemeClr val="tx2"/>
                </a:solidFill>
                <a:latin typeface="Epilogue" pitchFamily="2" charset="0"/>
              </a:rPr>
              <a:t>Excepturi</a:t>
            </a:r>
            <a:r>
              <a:rPr lang="en-US" sz="1300" dirty="0">
                <a:solidFill>
                  <a:schemeClr val="tx2"/>
                </a:solidFill>
                <a:latin typeface="Epilogue" pitchFamily="2" charset="0"/>
              </a:rPr>
              <a:t> </a:t>
            </a:r>
            <a:r>
              <a:rPr lang="en-US" sz="1300" dirty="0" err="1">
                <a:solidFill>
                  <a:schemeClr val="tx2"/>
                </a:solidFill>
                <a:latin typeface="Epilogue" pitchFamily="2" charset="0"/>
              </a:rPr>
              <a:t>sint</a:t>
            </a:r>
            <a:r>
              <a:rPr lang="en-US" sz="1300" dirty="0">
                <a:solidFill>
                  <a:schemeClr val="tx2"/>
                </a:solidFill>
                <a:latin typeface="Epilogue" pitchFamily="2" charset="0"/>
              </a:rPr>
              <a:t> </a:t>
            </a:r>
            <a:r>
              <a:rPr lang="en-US" sz="1300" err="1">
                <a:solidFill>
                  <a:schemeClr val="tx2"/>
                </a:solidFill>
                <a:latin typeface="Epilogue" pitchFamily="2" charset="0"/>
              </a:rPr>
              <a:t>occaecati</a:t>
            </a:r>
            <a:r>
              <a:rPr lang="en-US" sz="1300">
                <a:solidFill>
                  <a:schemeClr val="tx2"/>
                </a:solidFill>
                <a:latin typeface="Epilogue" pitchFamily="2" charset="0"/>
              </a:rPr>
              <a:t> cupi ditate </a:t>
            </a:r>
            <a:r>
              <a:rPr lang="en-US" sz="1300" dirty="0">
                <a:solidFill>
                  <a:schemeClr val="tx2"/>
                </a:solidFill>
                <a:latin typeface="Epilogue" pitchFamily="2" charset="0"/>
              </a:rPr>
              <a:t>non provident, </a:t>
            </a:r>
            <a:r>
              <a:rPr lang="en-US" sz="1300" dirty="0" err="1">
                <a:solidFill>
                  <a:schemeClr val="tx2"/>
                </a:solidFill>
                <a:latin typeface="Epilogue" pitchFamily="2" charset="0"/>
              </a:rPr>
              <a:t>similique</a:t>
            </a:r>
            <a:r>
              <a:rPr lang="en-US" sz="1300" dirty="0">
                <a:solidFill>
                  <a:schemeClr val="tx2"/>
                </a:solidFill>
                <a:latin typeface="Epilogue" pitchFamily="2" charset="0"/>
              </a:rPr>
              <a:t> sunt in culpa qui </a:t>
            </a:r>
            <a:r>
              <a:rPr lang="en-US" sz="1300" err="1">
                <a:solidFill>
                  <a:schemeClr val="tx2"/>
                </a:solidFill>
                <a:latin typeface="Epilogue" pitchFamily="2" charset="0"/>
              </a:rPr>
              <a:t>officia</a:t>
            </a:r>
            <a:r>
              <a:rPr lang="en-US" sz="1300">
                <a:solidFill>
                  <a:schemeClr val="tx2"/>
                </a:solidFill>
                <a:latin typeface="Epilogue" pitchFamily="2" charset="0"/>
              </a:rPr>
              <a:t> dese</a:t>
            </a:r>
            <a:endParaRPr lang="en-US" sz="1300" b="0" dirty="0">
              <a:solidFill>
                <a:schemeClr val="tx2"/>
              </a:solidFill>
              <a:effectLst/>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1332186"/>
            <a:ext cx="3197215"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Our Vision</a:t>
            </a:r>
            <a:endParaRPr lang="en-US" sz="3600" b="1" dirty="0">
              <a:solidFill>
                <a:schemeClr val="tx2"/>
              </a:solidFill>
              <a:latin typeface="Epilogue" pitchFamily="2" charset="0"/>
              <a:cs typeface="Rubik" pitchFamily="2" charset="-79"/>
            </a:endParaRPr>
          </a:p>
        </p:txBody>
      </p:sp>
      <p:sp>
        <p:nvSpPr>
          <p:cNvPr id="7" name="Picture Placeholder 6">
            <a:extLst>
              <a:ext uri="{FF2B5EF4-FFF2-40B4-BE49-F238E27FC236}">
                <a16:creationId xmlns:a16="http://schemas.microsoft.com/office/drawing/2014/main" id="{D63B138E-67B3-4495-94A0-E74F7D0864DA}"/>
              </a:ext>
            </a:extLst>
          </p:cNvPr>
          <p:cNvSpPr>
            <a:spLocks noGrp="1"/>
          </p:cNvSpPr>
          <p:nvPr>
            <p:ph type="pic" sz="quarter" idx="10"/>
          </p:nvPr>
        </p:nvSpPr>
        <p:spPr/>
      </p:sp>
      <p:sp>
        <p:nvSpPr>
          <p:cNvPr id="9" name="Picture Placeholder 8">
            <a:extLst>
              <a:ext uri="{FF2B5EF4-FFF2-40B4-BE49-F238E27FC236}">
                <a16:creationId xmlns:a16="http://schemas.microsoft.com/office/drawing/2014/main" id="{A8800558-A965-708A-7D07-C2719F8C8F4D}"/>
              </a:ext>
            </a:extLst>
          </p:cNvPr>
          <p:cNvSpPr>
            <a:spLocks noGrp="1"/>
          </p:cNvSpPr>
          <p:nvPr>
            <p:ph type="pic" sz="quarter" idx="11"/>
          </p:nvPr>
        </p:nvSpPr>
        <p:spPr/>
      </p:sp>
      <p:sp>
        <p:nvSpPr>
          <p:cNvPr id="17" name="Oval 16">
            <a:extLst>
              <a:ext uri="{FF2B5EF4-FFF2-40B4-BE49-F238E27FC236}">
                <a16:creationId xmlns:a16="http://schemas.microsoft.com/office/drawing/2014/main" id="{85633C8A-F717-49C2-63D3-AF13821919AD}"/>
              </a:ext>
            </a:extLst>
          </p:cNvPr>
          <p:cNvSpPr/>
          <p:nvPr/>
        </p:nvSpPr>
        <p:spPr>
          <a:xfrm>
            <a:off x="4782940" y="2861336"/>
            <a:ext cx="642362" cy="642362"/>
          </a:xfrm>
          <a:prstGeom prst="ellipse">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03F2B90D-C60E-31DC-B380-F735EF4904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1721" y="3030117"/>
            <a:ext cx="304800" cy="304800"/>
          </a:xfrm>
          <a:prstGeom prst="rect">
            <a:avLst/>
          </a:prstGeom>
        </p:spPr>
      </p:pic>
      <p:sp>
        <p:nvSpPr>
          <p:cNvPr id="24" name="Freeform: Shape 23">
            <a:extLst>
              <a:ext uri="{FF2B5EF4-FFF2-40B4-BE49-F238E27FC236}">
                <a16:creationId xmlns:a16="http://schemas.microsoft.com/office/drawing/2014/main" id="{D2EBC2BF-CC84-95CA-0A71-A91D6376A662}"/>
              </a:ext>
            </a:extLst>
          </p:cNvPr>
          <p:cNvSpPr/>
          <p:nvPr/>
        </p:nvSpPr>
        <p:spPr>
          <a:xfrm>
            <a:off x="4106622" y="5473270"/>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DA1D1048-6CAE-E045-65FF-F26059E2B4DE}"/>
              </a:ext>
            </a:extLst>
          </p:cNvPr>
          <p:cNvSpPr/>
          <p:nvPr/>
        </p:nvSpPr>
        <p:spPr>
          <a:xfrm>
            <a:off x="4391500" y="5615709"/>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Graphic 24">
            <a:extLst>
              <a:ext uri="{FF2B5EF4-FFF2-40B4-BE49-F238E27FC236}">
                <a16:creationId xmlns:a16="http://schemas.microsoft.com/office/drawing/2014/main" id="{1D23BD8B-FB0B-6387-BFAC-BBF65A8ED71F}"/>
              </a:ext>
            </a:extLst>
          </p:cNvPr>
          <p:cNvSpPr/>
          <p:nvPr/>
        </p:nvSpPr>
        <p:spPr>
          <a:xfrm>
            <a:off x="-1140592" y="-860418"/>
            <a:ext cx="2281184" cy="22811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Graphic 21">
            <a:extLst>
              <a:ext uri="{FF2B5EF4-FFF2-40B4-BE49-F238E27FC236}">
                <a16:creationId xmlns:a16="http://schemas.microsoft.com/office/drawing/2014/main" id="{899D21F3-C5D9-6B87-F46A-69C842AEE2B5}"/>
              </a:ext>
            </a:extLst>
          </p:cNvPr>
          <p:cNvSpPr/>
          <p:nvPr/>
        </p:nvSpPr>
        <p:spPr>
          <a:xfrm rot="20647075">
            <a:off x="4471569" y="1099712"/>
            <a:ext cx="1391640" cy="555639"/>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Tree>
    <p:extLst>
      <p:ext uri="{BB962C8B-B14F-4D97-AF65-F5344CB8AC3E}">
        <p14:creationId xmlns:p14="http://schemas.microsoft.com/office/powerpoint/2010/main" val="3606388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 name="Graphic 15">
            <a:extLst>
              <a:ext uri="{FF2B5EF4-FFF2-40B4-BE49-F238E27FC236}">
                <a16:creationId xmlns:a16="http://schemas.microsoft.com/office/drawing/2014/main" id="{2BC8C9FA-FFF3-129E-D20A-7C324ADE0CEF}"/>
              </a:ext>
            </a:extLst>
          </p:cNvPr>
          <p:cNvSpPr/>
          <p:nvPr/>
        </p:nvSpPr>
        <p:spPr>
          <a:xfrm>
            <a:off x="601554" y="928728"/>
            <a:ext cx="930492" cy="930492"/>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13" name="Rectangle: Rounded Corners 12">
            <a:extLst>
              <a:ext uri="{FF2B5EF4-FFF2-40B4-BE49-F238E27FC236}">
                <a16:creationId xmlns:a16="http://schemas.microsoft.com/office/drawing/2014/main" id="{36A14520-58BA-EB86-B1BE-3BE383C80E2B}"/>
              </a:ext>
            </a:extLst>
          </p:cNvPr>
          <p:cNvSpPr/>
          <p:nvPr/>
        </p:nvSpPr>
        <p:spPr>
          <a:xfrm>
            <a:off x="6096001" y="685800"/>
            <a:ext cx="4159614" cy="5486400"/>
          </a:xfrm>
          <a:prstGeom prst="roundRect">
            <a:avLst>
              <a:gd name="adj" fmla="val 842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800" y="2440126"/>
            <a:ext cx="1548822" cy="292388"/>
          </a:xfrm>
          <a:prstGeom prst="rect">
            <a:avLst/>
          </a:prstGeom>
          <a:noFill/>
        </p:spPr>
        <p:txBody>
          <a:bodyPr wrap="none" rtlCol="0">
            <a:spAutoFit/>
          </a:bodyPr>
          <a:lstStyle/>
          <a:p>
            <a:r>
              <a:rPr lang="en-US" sz="1300">
                <a:solidFill>
                  <a:schemeClr val="tx2"/>
                </a:solidFill>
                <a:latin typeface="Epilogue" pitchFamily="2" charset="0"/>
              </a:rPr>
              <a:t>Bootstrap Vision</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D2ECDB85-F5A1-E2EB-7828-5C537E087FF9}"/>
              </a:ext>
            </a:extLst>
          </p:cNvPr>
          <p:cNvSpPr txBox="1"/>
          <p:nvPr/>
        </p:nvSpPr>
        <p:spPr>
          <a:xfrm>
            <a:off x="1066800" y="3313420"/>
            <a:ext cx="3514725" cy="1263487"/>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dirty="0" err="1">
                <a:solidFill>
                  <a:schemeClr val="tx2"/>
                </a:solidFill>
                <a:latin typeface="Epilogue" pitchFamily="2" charset="0"/>
              </a:rPr>
              <a:t>odio</a:t>
            </a:r>
            <a:r>
              <a:rPr lang="en-US" sz="1300" dirty="0">
                <a:solidFill>
                  <a:schemeClr val="tx2"/>
                </a:solidFill>
                <a:latin typeface="Epilogue" pitchFamily="2" charset="0"/>
              </a:rPr>
              <a:t> </a:t>
            </a:r>
            <a:r>
              <a:rPr lang="en-US" sz="1300" dirty="0" err="1">
                <a:solidFill>
                  <a:schemeClr val="tx2"/>
                </a:solidFill>
                <a:latin typeface="Epilogue" pitchFamily="2" charset="0"/>
              </a:rPr>
              <a:t>dignissimos</a:t>
            </a:r>
            <a:r>
              <a:rPr lang="en-US" sz="1300" dirty="0">
                <a:solidFill>
                  <a:schemeClr val="tx2"/>
                </a:solidFill>
                <a:latin typeface="Epilogue" pitchFamily="2" charset="0"/>
              </a:rPr>
              <a:t> </a:t>
            </a:r>
            <a:r>
              <a:rPr lang="en-US" sz="1300" dirty="0" err="1">
                <a:solidFill>
                  <a:schemeClr val="tx2"/>
                </a:solidFill>
                <a:latin typeface="Epilogue" pitchFamily="2" charset="0"/>
              </a:rPr>
              <a:t>ducimus</a:t>
            </a:r>
            <a:r>
              <a:rPr lang="en-US" sz="1300" dirty="0">
                <a:solidFill>
                  <a:schemeClr val="tx2"/>
                </a:solidFill>
                <a:latin typeface="Epilogue" pitchFamily="2" charset="0"/>
              </a:rPr>
              <a:t> qui </a:t>
            </a:r>
            <a:r>
              <a:rPr lang="en-US" sz="1300" err="1">
                <a:solidFill>
                  <a:schemeClr val="tx2"/>
                </a:solidFill>
                <a:latin typeface="Epilogue" pitchFamily="2" charset="0"/>
              </a:rPr>
              <a:t>blanditiis</a:t>
            </a:r>
            <a:r>
              <a:rPr lang="en-US" sz="1300">
                <a:solidFill>
                  <a:schemeClr val="tx2"/>
                </a:solidFill>
                <a:latin typeface="Epilogue" pitchFamily="2" charset="0"/>
              </a:rPr>
              <a:t> prae sentium </a:t>
            </a:r>
            <a:r>
              <a:rPr lang="en-US" sz="1300" dirty="0" err="1">
                <a:solidFill>
                  <a:schemeClr val="tx2"/>
                </a:solidFill>
                <a:latin typeface="Epilogue" pitchFamily="2" charset="0"/>
              </a:rPr>
              <a:t>voluptatum</a:t>
            </a:r>
            <a:r>
              <a:rPr lang="en-US" sz="1300" dirty="0">
                <a:solidFill>
                  <a:schemeClr val="tx2"/>
                </a:solidFill>
                <a:latin typeface="Epilogue" pitchFamily="2" charset="0"/>
              </a:rPr>
              <a:t> </a:t>
            </a:r>
            <a:r>
              <a:rPr lang="en-US" sz="1300" err="1">
                <a:solidFill>
                  <a:schemeClr val="tx2"/>
                </a:solidFill>
                <a:latin typeface="Epilogue" pitchFamily="2" charset="0"/>
              </a:rPr>
              <a:t>deleniti</a:t>
            </a:r>
            <a:r>
              <a:rPr lang="en-US" sz="1300">
                <a:solidFill>
                  <a:schemeClr val="tx2"/>
                </a:solidFill>
                <a:latin typeface="Epilogue" pitchFamily="2" charset="0"/>
              </a:rPr>
              <a:t> atque quos </a:t>
            </a:r>
            <a:r>
              <a:rPr lang="en-US" sz="1300" err="1">
                <a:solidFill>
                  <a:schemeClr val="tx2"/>
                </a:solidFill>
                <a:latin typeface="Epilogue" pitchFamily="2" charset="0"/>
              </a:rPr>
              <a:t>corrupti</a:t>
            </a:r>
            <a:r>
              <a:rPr lang="en-US" sz="1300">
                <a:solidFill>
                  <a:schemeClr val="tx2"/>
                </a:solidFill>
                <a:latin typeface="Epilogue" pitchFamily="2" charset="0"/>
              </a:rPr>
              <a:t> dolores </a:t>
            </a:r>
            <a:r>
              <a:rPr lang="en-US" sz="1300" dirty="0">
                <a:solidFill>
                  <a:schemeClr val="tx2"/>
                </a:solidFill>
                <a:latin typeface="Epilogue" pitchFamily="2" charset="0"/>
              </a:rPr>
              <a:t>et </a:t>
            </a:r>
            <a:r>
              <a:rPr lang="en-US" sz="1300" dirty="0" err="1">
                <a:solidFill>
                  <a:schemeClr val="tx2"/>
                </a:solidFill>
                <a:latin typeface="Epilogue" pitchFamily="2" charset="0"/>
              </a:rPr>
              <a:t>quas</a:t>
            </a:r>
            <a:r>
              <a:rPr lang="en-US" sz="1300" dirty="0">
                <a:solidFill>
                  <a:schemeClr val="tx2"/>
                </a:solidFill>
                <a:latin typeface="Epilogue" pitchFamily="2" charset="0"/>
              </a:rPr>
              <a:t> </a:t>
            </a:r>
            <a:r>
              <a:rPr lang="en-US" sz="1300" err="1">
                <a:solidFill>
                  <a:schemeClr val="tx2"/>
                </a:solidFill>
                <a:latin typeface="Epilogue" pitchFamily="2" charset="0"/>
              </a:rPr>
              <a:t>molestias</a:t>
            </a:r>
            <a:r>
              <a:rPr lang="en-US" sz="1300">
                <a:solidFill>
                  <a:schemeClr val="tx2"/>
                </a:solidFill>
                <a:latin typeface="Epilogue" pitchFamily="2" charset="0"/>
              </a:rPr>
              <a:t>.</a:t>
            </a:r>
            <a:endParaRPr lang="en-US" sz="1300" b="0" dirty="0">
              <a:solidFill>
                <a:schemeClr val="tx2"/>
              </a:solidFill>
              <a:effectLst/>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685800"/>
            <a:ext cx="3514725" cy="1754326"/>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We Help You To Boost Your Company</a:t>
            </a:r>
            <a:endParaRPr lang="en-US" sz="3600" b="1" dirty="0">
              <a:solidFill>
                <a:schemeClr val="tx2"/>
              </a:solidFill>
              <a:latin typeface="Epilogue" pitchFamily="2" charset="0"/>
              <a:cs typeface="Rubik" pitchFamily="2" charset="-79"/>
            </a:endParaRPr>
          </a:p>
        </p:txBody>
      </p:sp>
      <p:sp>
        <p:nvSpPr>
          <p:cNvPr id="15" name="Rectangle: Rounded Corners 14">
            <a:extLst>
              <a:ext uri="{FF2B5EF4-FFF2-40B4-BE49-F238E27FC236}">
                <a16:creationId xmlns:a16="http://schemas.microsoft.com/office/drawing/2014/main" id="{31DB3AFC-B2FC-8E27-026D-61446041D7C9}"/>
              </a:ext>
            </a:extLst>
          </p:cNvPr>
          <p:cNvSpPr/>
          <p:nvPr/>
        </p:nvSpPr>
        <p:spPr>
          <a:xfrm>
            <a:off x="1155479" y="5289657"/>
            <a:ext cx="1561812" cy="497572"/>
          </a:xfrm>
          <a:prstGeom prst="roundRect">
            <a:avLst>
              <a:gd name="adj" fmla="val 50000"/>
            </a:avLst>
          </a:prstGeom>
          <a:solidFill>
            <a:schemeClr val="bg2"/>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EDF3F08-9B18-7D24-2876-A56712828BE2}"/>
              </a:ext>
            </a:extLst>
          </p:cNvPr>
          <p:cNvSpPr txBox="1"/>
          <p:nvPr/>
        </p:nvSpPr>
        <p:spPr>
          <a:xfrm>
            <a:off x="1419257" y="5397012"/>
            <a:ext cx="1034259" cy="292388"/>
          </a:xfrm>
          <a:prstGeom prst="rect">
            <a:avLst/>
          </a:prstGeom>
          <a:noFill/>
        </p:spPr>
        <p:txBody>
          <a:bodyPr wrap="none" rtlCol="0">
            <a:spAutoFit/>
          </a:bodyPr>
          <a:lstStyle/>
          <a:p>
            <a:pPr algn="ctr"/>
            <a:r>
              <a:rPr lang="en-US" sz="1300">
                <a:solidFill>
                  <a:schemeClr val="tx2"/>
                </a:solidFill>
                <a:latin typeface="Epilogue Medium" pitchFamily="2" charset="0"/>
              </a:rPr>
              <a:t>bootstrap</a:t>
            </a:r>
            <a:endParaRPr lang="en-US" sz="1300" dirty="0">
              <a:solidFill>
                <a:schemeClr val="tx2"/>
              </a:solidFill>
              <a:latin typeface="Epilogue Medium" pitchFamily="2" charset="0"/>
            </a:endParaRPr>
          </a:p>
        </p:txBody>
      </p:sp>
      <p:sp>
        <p:nvSpPr>
          <p:cNvPr id="17" name="Rectangle: Rounded Corners 16">
            <a:extLst>
              <a:ext uri="{FF2B5EF4-FFF2-40B4-BE49-F238E27FC236}">
                <a16:creationId xmlns:a16="http://schemas.microsoft.com/office/drawing/2014/main" id="{999F56EB-C20C-A20E-A5DE-6968D790D3B4}"/>
              </a:ext>
            </a:extLst>
          </p:cNvPr>
          <p:cNvSpPr/>
          <p:nvPr/>
        </p:nvSpPr>
        <p:spPr>
          <a:xfrm>
            <a:off x="2939036" y="5289657"/>
            <a:ext cx="1561812" cy="497572"/>
          </a:xfrm>
          <a:prstGeom prst="roundRect">
            <a:avLst>
              <a:gd name="adj" fmla="val 50000"/>
            </a:avLst>
          </a:prstGeom>
          <a:solidFill>
            <a:schemeClr val="bg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EACCA0A-3BFF-2A3F-9250-14135E3F5FDF}"/>
              </a:ext>
            </a:extLst>
          </p:cNvPr>
          <p:cNvSpPr txBox="1"/>
          <p:nvPr/>
        </p:nvSpPr>
        <p:spPr>
          <a:xfrm>
            <a:off x="3314223" y="5397012"/>
            <a:ext cx="811441" cy="292388"/>
          </a:xfrm>
          <a:prstGeom prst="rect">
            <a:avLst/>
          </a:prstGeom>
          <a:noFill/>
        </p:spPr>
        <p:txBody>
          <a:bodyPr wrap="none" rtlCol="0">
            <a:spAutoFit/>
          </a:bodyPr>
          <a:lstStyle/>
          <a:p>
            <a:pPr algn="ctr"/>
            <a:r>
              <a:rPr lang="en-US" sz="1300">
                <a:solidFill>
                  <a:schemeClr val="tx2"/>
                </a:solidFill>
                <a:latin typeface="Epilogue Medium" pitchFamily="2" charset="0"/>
              </a:rPr>
              <a:t>startup</a:t>
            </a:r>
            <a:endParaRPr lang="en-US" sz="1300" dirty="0">
              <a:solidFill>
                <a:schemeClr val="tx2"/>
              </a:solidFill>
              <a:latin typeface="Epilogue Medium" pitchFamily="2" charset="0"/>
            </a:endParaRPr>
          </a:p>
        </p:txBody>
      </p:sp>
      <p:sp>
        <p:nvSpPr>
          <p:cNvPr id="6" name="Picture Placeholder 5">
            <a:extLst>
              <a:ext uri="{FF2B5EF4-FFF2-40B4-BE49-F238E27FC236}">
                <a16:creationId xmlns:a16="http://schemas.microsoft.com/office/drawing/2014/main" id="{490A07EA-BCA8-6AC5-1C09-BE6048EEA5AA}"/>
              </a:ext>
            </a:extLst>
          </p:cNvPr>
          <p:cNvSpPr>
            <a:spLocks noGrp="1"/>
          </p:cNvSpPr>
          <p:nvPr>
            <p:ph type="pic" sz="quarter" idx="10"/>
          </p:nvPr>
        </p:nvSpPr>
        <p:spPr/>
      </p:sp>
      <p:sp>
        <p:nvSpPr>
          <p:cNvPr id="20" name="Rectangle: Diagonal Corners Rounded 19">
            <a:extLst>
              <a:ext uri="{FF2B5EF4-FFF2-40B4-BE49-F238E27FC236}">
                <a16:creationId xmlns:a16="http://schemas.microsoft.com/office/drawing/2014/main" id="{0549BA3A-DF24-0DE2-0231-D4DC79703F75}"/>
              </a:ext>
            </a:extLst>
          </p:cNvPr>
          <p:cNvSpPr/>
          <p:nvPr/>
        </p:nvSpPr>
        <p:spPr>
          <a:xfrm>
            <a:off x="7589197" y="4110148"/>
            <a:ext cx="3260016" cy="1786190"/>
          </a:xfrm>
          <a:prstGeom prst="round2DiagRect">
            <a:avLst>
              <a:gd name="adj1" fmla="val 50000"/>
              <a:gd name="adj2" fmla="val 15577"/>
            </a:avLst>
          </a:prstGeom>
          <a:solidFill>
            <a:schemeClr val="bg2"/>
          </a:solidFill>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CA52CF9-8075-4950-39A9-A24CD1CF7138}"/>
              </a:ext>
            </a:extLst>
          </p:cNvPr>
          <p:cNvSpPr txBox="1"/>
          <p:nvPr/>
        </p:nvSpPr>
        <p:spPr>
          <a:xfrm>
            <a:off x="8174988" y="4326252"/>
            <a:ext cx="2415490" cy="963405"/>
          </a:xfrm>
          <a:prstGeom prst="rect">
            <a:avLst/>
          </a:prstGeom>
        </p:spPr>
        <p:txBody>
          <a:bodyPr wrap="square" rtlCol="0">
            <a:spAutoFit/>
          </a:bodyPr>
          <a:lstStyle/>
          <a:p>
            <a:pPr>
              <a:lnSpc>
                <a:spcPct val="150000"/>
              </a:lnSpc>
            </a:pPr>
            <a:r>
              <a:rPr lang="en-US" sz="1300" dirty="0">
                <a:solidFill>
                  <a:schemeClr val="tx2"/>
                </a:solidFill>
                <a:latin typeface="Epilogue" pitchFamily="2" charset="0"/>
              </a:rPr>
              <a:t>“Design is not just what it looks like and feels like. Design is how it works.”</a:t>
            </a:r>
          </a:p>
        </p:txBody>
      </p:sp>
      <p:sp>
        <p:nvSpPr>
          <p:cNvPr id="22" name="TextBox 21">
            <a:extLst>
              <a:ext uri="{FF2B5EF4-FFF2-40B4-BE49-F238E27FC236}">
                <a16:creationId xmlns:a16="http://schemas.microsoft.com/office/drawing/2014/main" id="{ECBD497C-0EA6-E4BA-BB66-DB277B372EBF}"/>
              </a:ext>
            </a:extLst>
          </p:cNvPr>
          <p:cNvSpPr txBox="1"/>
          <p:nvPr/>
        </p:nvSpPr>
        <p:spPr>
          <a:xfrm>
            <a:off x="8174988" y="5396260"/>
            <a:ext cx="1133644" cy="292388"/>
          </a:xfrm>
          <a:prstGeom prst="rect">
            <a:avLst/>
          </a:prstGeom>
        </p:spPr>
        <p:txBody>
          <a:bodyPr wrap="none" rtlCol="0">
            <a:spAutoFit/>
          </a:bodyPr>
          <a:lstStyle/>
          <a:p>
            <a:r>
              <a:rPr lang="en-US" sz="1300" b="1" dirty="0">
                <a:solidFill>
                  <a:schemeClr val="tx2"/>
                </a:solidFill>
                <a:latin typeface="Epilogue" pitchFamily="2" charset="0"/>
              </a:rPr>
              <a:t>Steve Jobs</a:t>
            </a:r>
          </a:p>
        </p:txBody>
      </p:sp>
      <p:sp>
        <p:nvSpPr>
          <p:cNvPr id="25" name="Graphic 24">
            <a:extLst>
              <a:ext uri="{FF2B5EF4-FFF2-40B4-BE49-F238E27FC236}">
                <a16:creationId xmlns:a16="http://schemas.microsoft.com/office/drawing/2014/main" id="{A189F060-8FF4-AECC-0E7E-B902E144FEC3}"/>
              </a:ext>
            </a:extLst>
          </p:cNvPr>
          <p:cNvSpPr/>
          <p:nvPr/>
        </p:nvSpPr>
        <p:spPr>
          <a:xfrm>
            <a:off x="4997065" y="2097641"/>
            <a:ext cx="2155312" cy="215531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6" name="Freeform: Shape 25">
            <a:extLst>
              <a:ext uri="{FF2B5EF4-FFF2-40B4-BE49-F238E27FC236}">
                <a16:creationId xmlns:a16="http://schemas.microsoft.com/office/drawing/2014/main" id="{E0A75758-BD90-FFBB-8445-4AD973A68127}"/>
              </a:ext>
            </a:extLst>
          </p:cNvPr>
          <p:cNvSpPr/>
          <p:nvPr/>
        </p:nvSpPr>
        <p:spPr>
          <a:xfrm>
            <a:off x="10780194" y="1931782"/>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96A6D2B9-3AC8-CD9D-4ED0-87520F30B6BC}"/>
              </a:ext>
            </a:extLst>
          </p:cNvPr>
          <p:cNvSpPr/>
          <p:nvPr/>
        </p:nvSpPr>
        <p:spPr>
          <a:xfrm>
            <a:off x="11065072" y="2074221"/>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Graphic 21">
            <a:extLst>
              <a:ext uri="{FF2B5EF4-FFF2-40B4-BE49-F238E27FC236}">
                <a16:creationId xmlns:a16="http://schemas.microsoft.com/office/drawing/2014/main" id="{B9EE9342-A4C4-F8AC-3AF0-EF310C81E54E}"/>
              </a:ext>
            </a:extLst>
          </p:cNvPr>
          <p:cNvSpPr/>
          <p:nvPr/>
        </p:nvSpPr>
        <p:spPr>
          <a:xfrm rot="10800000">
            <a:off x="9635753" y="5577300"/>
            <a:ext cx="1429319" cy="570683"/>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Tree>
    <p:extLst>
      <p:ext uri="{BB962C8B-B14F-4D97-AF65-F5344CB8AC3E}">
        <p14:creationId xmlns:p14="http://schemas.microsoft.com/office/powerpoint/2010/main" val="244700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Graphic 21">
            <a:extLst>
              <a:ext uri="{FF2B5EF4-FFF2-40B4-BE49-F238E27FC236}">
                <a16:creationId xmlns:a16="http://schemas.microsoft.com/office/drawing/2014/main" id="{51A1E0B8-FFD6-6B0E-3BD1-DBDC1A2A491C}"/>
              </a:ext>
            </a:extLst>
          </p:cNvPr>
          <p:cNvSpPr/>
          <p:nvPr/>
        </p:nvSpPr>
        <p:spPr>
          <a:xfrm rot="7200000">
            <a:off x="92688" y="1364060"/>
            <a:ext cx="1725729" cy="689030"/>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9" name="Rectangle 18">
            <a:extLst>
              <a:ext uri="{FF2B5EF4-FFF2-40B4-BE49-F238E27FC236}">
                <a16:creationId xmlns:a16="http://schemas.microsoft.com/office/drawing/2014/main" id="{18E2679E-935E-AE0B-C617-3FF9020F3E4A}"/>
              </a:ext>
            </a:extLst>
          </p:cNvPr>
          <p:cNvSpPr/>
          <p:nvPr/>
        </p:nvSpPr>
        <p:spPr>
          <a:xfrm>
            <a:off x="6342743" y="2728332"/>
            <a:ext cx="5849257" cy="41296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Graphic 15">
            <a:extLst>
              <a:ext uri="{FF2B5EF4-FFF2-40B4-BE49-F238E27FC236}">
                <a16:creationId xmlns:a16="http://schemas.microsoft.com/office/drawing/2014/main" id="{AFF3FF31-F523-2F89-36F0-89B8C794F07D}"/>
              </a:ext>
            </a:extLst>
          </p:cNvPr>
          <p:cNvSpPr/>
          <p:nvPr/>
        </p:nvSpPr>
        <p:spPr>
          <a:xfrm>
            <a:off x="8674731" y="3143958"/>
            <a:ext cx="3457700" cy="3457700"/>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29" name="Graphic 24">
            <a:extLst>
              <a:ext uri="{FF2B5EF4-FFF2-40B4-BE49-F238E27FC236}">
                <a16:creationId xmlns:a16="http://schemas.microsoft.com/office/drawing/2014/main" id="{31C21A25-98F0-D9CB-D466-FF7A2012BCF7}"/>
              </a:ext>
            </a:extLst>
          </p:cNvPr>
          <p:cNvSpPr/>
          <p:nvPr/>
        </p:nvSpPr>
        <p:spPr>
          <a:xfrm>
            <a:off x="3961407" y="2171700"/>
            <a:ext cx="1679532" cy="167953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extBox 1">
            <a:extLst>
              <a:ext uri="{FF2B5EF4-FFF2-40B4-BE49-F238E27FC236}">
                <a16:creationId xmlns:a16="http://schemas.microsoft.com/office/drawing/2014/main" id="{B47A6F81-193B-49D8-937A-16B975924CF6}"/>
              </a:ext>
            </a:extLst>
          </p:cNvPr>
          <p:cNvSpPr txBox="1"/>
          <p:nvPr/>
        </p:nvSpPr>
        <p:spPr>
          <a:xfrm>
            <a:off x="1066800" y="2435944"/>
            <a:ext cx="2355132" cy="292388"/>
          </a:xfrm>
          <a:prstGeom prst="rect">
            <a:avLst/>
          </a:prstGeom>
          <a:noFill/>
        </p:spPr>
        <p:txBody>
          <a:bodyPr wrap="none" rtlCol="0">
            <a:spAutoFit/>
          </a:bodyPr>
          <a:lstStyle/>
          <a:p>
            <a:r>
              <a:rPr lang="en-US" sz="1300">
                <a:solidFill>
                  <a:schemeClr val="tx2"/>
                </a:solidFill>
                <a:latin typeface="Epilogue" pitchFamily="2" charset="0"/>
              </a:rPr>
              <a:t>About Bootstrap Company</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1" y="685800"/>
            <a:ext cx="2498436" cy="1754326"/>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We Have</a:t>
            </a:r>
          </a:p>
          <a:p>
            <a:r>
              <a:rPr lang="en-US" sz="3600" b="1">
                <a:solidFill>
                  <a:schemeClr val="tx2"/>
                </a:solidFill>
                <a:latin typeface="Epilogue" pitchFamily="2" charset="0"/>
                <a:cs typeface="Rubik" pitchFamily="2" charset="-79"/>
              </a:rPr>
              <a:t>The Best Team</a:t>
            </a:r>
            <a:endParaRPr lang="en-US" sz="3600" b="1" dirty="0">
              <a:solidFill>
                <a:schemeClr val="tx2"/>
              </a:solidFill>
              <a:latin typeface="Epilogue" pitchFamily="2" charset="0"/>
              <a:cs typeface="Rubik" pitchFamily="2" charset="-79"/>
            </a:endParaRPr>
          </a:p>
        </p:txBody>
      </p:sp>
      <p:sp>
        <p:nvSpPr>
          <p:cNvPr id="13" name="Rectangle: Rounded Corners 12">
            <a:extLst>
              <a:ext uri="{FF2B5EF4-FFF2-40B4-BE49-F238E27FC236}">
                <a16:creationId xmlns:a16="http://schemas.microsoft.com/office/drawing/2014/main" id="{657CC38F-78B4-F4F3-AB85-7E0C86FC0F15}"/>
              </a:ext>
            </a:extLst>
          </p:cNvPr>
          <p:cNvSpPr/>
          <p:nvPr/>
        </p:nvSpPr>
        <p:spPr>
          <a:xfrm>
            <a:off x="1098120" y="5453714"/>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042510E-2472-2522-82B0-A4B0E0523D79}"/>
              </a:ext>
            </a:extLst>
          </p:cNvPr>
          <p:cNvSpPr txBox="1"/>
          <p:nvPr/>
        </p:nvSpPr>
        <p:spPr>
          <a:xfrm>
            <a:off x="1318101" y="5631440"/>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17" name="TextBox 16">
            <a:extLst>
              <a:ext uri="{FF2B5EF4-FFF2-40B4-BE49-F238E27FC236}">
                <a16:creationId xmlns:a16="http://schemas.microsoft.com/office/drawing/2014/main" id="{2610393C-7C3D-05CF-01A8-81B98F2D0DC2}"/>
              </a:ext>
            </a:extLst>
          </p:cNvPr>
          <p:cNvSpPr txBox="1"/>
          <p:nvPr/>
        </p:nvSpPr>
        <p:spPr>
          <a:xfrm>
            <a:off x="1066802" y="3309238"/>
            <a:ext cx="2853626" cy="1563570"/>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dirty="0" err="1">
                <a:solidFill>
                  <a:schemeClr val="tx2"/>
                </a:solidFill>
                <a:latin typeface="Epilogue" pitchFamily="2" charset="0"/>
              </a:rPr>
              <a:t>odio</a:t>
            </a:r>
            <a:r>
              <a:rPr lang="en-US" sz="1300" dirty="0">
                <a:solidFill>
                  <a:schemeClr val="tx2"/>
                </a:solidFill>
                <a:latin typeface="Epilogue" pitchFamily="2" charset="0"/>
              </a:rPr>
              <a:t> </a:t>
            </a:r>
            <a:r>
              <a:rPr lang="en-US" sz="1300" err="1">
                <a:solidFill>
                  <a:schemeClr val="tx2"/>
                </a:solidFill>
                <a:latin typeface="Epilogue" pitchFamily="2" charset="0"/>
              </a:rPr>
              <a:t>dignissimos</a:t>
            </a:r>
            <a:r>
              <a:rPr lang="en-US" sz="1300">
                <a:solidFill>
                  <a:schemeClr val="tx2"/>
                </a:solidFill>
                <a:latin typeface="Epilogue" pitchFamily="2" charset="0"/>
              </a:rPr>
              <a:t> duci mus </a:t>
            </a:r>
            <a:r>
              <a:rPr lang="en-US" sz="1300" dirty="0">
                <a:solidFill>
                  <a:schemeClr val="tx2"/>
                </a:solidFill>
                <a:latin typeface="Epilogue" pitchFamily="2" charset="0"/>
              </a:rPr>
              <a:t>qui </a:t>
            </a:r>
            <a:r>
              <a:rPr lang="en-US" sz="1300" err="1">
                <a:solidFill>
                  <a:schemeClr val="tx2"/>
                </a:solidFill>
                <a:latin typeface="Epilogue" pitchFamily="2" charset="0"/>
              </a:rPr>
              <a:t>blanditiis</a:t>
            </a:r>
            <a:r>
              <a:rPr lang="en-US" sz="1300">
                <a:solidFill>
                  <a:schemeClr val="tx2"/>
                </a:solidFill>
                <a:latin typeface="Epilogue" pitchFamily="2" charset="0"/>
              </a:rPr>
              <a:t> prae sentium volup tatum </a:t>
            </a:r>
            <a:r>
              <a:rPr lang="en-US" sz="1300" err="1">
                <a:solidFill>
                  <a:schemeClr val="tx2"/>
                </a:solidFill>
                <a:latin typeface="Epilogue" pitchFamily="2" charset="0"/>
              </a:rPr>
              <a:t>deleniti</a:t>
            </a:r>
            <a:r>
              <a:rPr lang="en-US" sz="1300">
                <a:solidFill>
                  <a:schemeClr val="tx2"/>
                </a:solidFill>
                <a:latin typeface="Epilogue" pitchFamily="2" charset="0"/>
              </a:rPr>
              <a:t> atque quas quos corrupti dolores et molestias.</a:t>
            </a:r>
            <a:endParaRPr lang="en-US" sz="1300" b="0" dirty="0">
              <a:solidFill>
                <a:schemeClr val="tx2"/>
              </a:solidFill>
              <a:effectLst/>
              <a:latin typeface="Epilogue" pitchFamily="2" charset="0"/>
            </a:endParaRPr>
          </a:p>
        </p:txBody>
      </p:sp>
      <p:sp>
        <p:nvSpPr>
          <p:cNvPr id="5" name="Picture Placeholder 4">
            <a:extLst>
              <a:ext uri="{FF2B5EF4-FFF2-40B4-BE49-F238E27FC236}">
                <a16:creationId xmlns:a16="http://schemas.microsoft.com/office/drawing/2014/main" id="{F0E22EE9-E1B3-9B2F-4339-1F8C64EB52B8}"/>
              </a:ext>
            </a:extLst>
          </p:cNvPr>
          <p:cNvSpPr>
            <a:spLocks noGrp="1"/>
          </p:cNvSpPr>
          <p:nvPr>
            <p:ph type="pic" sz="quarter" idx="10"/>
          </p:nvPr>
        </p:nvSpPr>
        <p:spPr/>
      </p:sp>
      <p:sp>
        <p:nvSpPr>
          <p:cNvPr id="7" name="Picture Placeholder 6">
            <a:extLst>
              <a:ext uri="{FF2B5EF4-FFF2-40B4-BE49-F238E27FC236}">
                <a16:creationId xmlns:a16="http://schemas.microsoft.com/office/drawing/2014/main" id="{03817426-D8D7-4AF5-7890-7C3DD5F59A29}"/>
              </a:ext>
            </a:extLst>
          </p:cNvPr>
          <p:cNvSpPr>
            <a:spLocks noGrp="1"/>
          </p:cNvSpPr>
          <p:nvPr>
            <p:ph type="pic" sz="quarter" idx="11"/>
          </p:nvPr>
        </p:nvSpPr>
        <p:spPr/>
      </p:sp>
      <p:sp>
        <p:nvSpPr>
          <p:cNvPr id="22" name="Rectangle: Rounded Corners 21">
            <a:extLst>
              <a:ext uri="{FF2B5EF4-FFF2-40B4-BE49-F238E27FC236}">
                <a16:creationId xmlns:a16="http://schemas.microsoft.com/office/drawing/2014/main" id="{93EC37D2-7267-0DBB-7FFF-330BA0AF24E3}"/>
              </a:ext>
            </a:extLst>
          </p:cNvPr>
          <p:cNvSpPr/>
          <p:nvPr/>
        </p:nvSpPr>
        <p:spPr>
          <a:xfrm>
            <a:off x="7103605" y="3387777"/>
            <a:ext cx="3566160" cy="1704793"/>
          </a:xfrm>
          <a:prstGeom prst="roundRect">
            <a:avLst>
              <a:gd name="adj" fmla="val 14042"/>
            </a:avLst>
          </a:prstGeom>
          <a:solidFill>
            <a:schemeClr val="bg2"/>
          </a:solidFill>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BC64873-4DFE-AAFF-51D2-CA66C52F752E}"/>
              </a:ext>
            </a:extLst>
          </p:cNvPr>
          <p:cNvSpPr txBox="1"/>
          <p:nvPr/>
        </p:nvSpPr>
        <p:spPr>
          <a:xfrm>
            <a:off x="7407888" y="3604315"/>
            <a:ext cx="1564852" cy="292388"/>
          </a:xfrm>
          <a:prstGeom prst="rect">
            <a:avLst/>
          </a:prstGeom>
        </p:spPr>
        <p:txBody>
          <a:bodyPr wrap="none" rtlCol="0">
            <a:spAutoFit/>
          </a:bodyPr>
          <a:lstStyle/>
          <a:p>
            <a:r>
              <a:rPr lang="en-US" sz="1300" b="1">
                <a:solidFill>
                  <a:schemeClr val="tx2"/>
                </a:solidFill>
                <a:latin typeface="Epilogue" pitchFamily="2" charset="0"/>
              </a:rPr>
              <a:t>Bootstrap Team</a:t>
            </a:r>
            <a:endParaRPr lang="en-US" sz="1300" b="1" dirty="0">
              <a:solidFill>
                <a:schemeClr val="tx2"/>
              </a:solidFill>
              <a:latin typeface="Epilogue" pitchFamily="2" charset="0"/>
            </a:endParaRPr>
          </a:p>
        </p:txBody>
      </p:sp>
      <p:sp>
        <p:nvSpPr>
          <p:cNvPr id="24" name="TextBox 23">
            <a:extLst>
              <a:ext uri="{FF2B5EF4-FFF2-40B4-BE49-F238E27FC236}">
                <a16:creationId xmlns:a16="http://schemas.microsoft.com/office/drawing/2014/main" id="{F7994C06-E6C9-7133-5ED9-C2BD942165AC}"/>
              </a:ext>
            </a:extLst>
          </p:cNvPr>
          <p:cNvSpPr txBox="1"/>
          <p:nvPr/>
        </p:nvSpPr>
        <p:spPr>
          <a:xfrm>
            <a:off x="7407889" y="3896703"/>
            <a:ext cx="2995692" cy="963405"/>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dirty="0" err="1">
                <a:solidFill>
                  <a:schemeClr val="tx2"/>
                </a:solidFill>
                <a:latin typeface="Epilogue" pitchFamily="2" charset="0"/>
              </a:rPr>
              <a:t>odio</a:t>
            </a:r>
            <a:r>
              <a:rPr lang="en-US" sz="1300" dirty="0">
                <a:solidFill>
                  <a:schemeClr val="tx2"/>
                </a:solidFill>
                <a:latin typeface="Epilogue" pitchFamily="2" charset="0"/>
              </a:rPr>
              <a:t> </a:t>
            </a:r>
            <a:r>
              <a:rPr lang="en-US" sz="1300" dirty="0" err="1">
                <a:solidFill>
                  <a:schemeClr val="tx2"/>
                </a:solidFill>
                <a:latin typeface="Epilogue" pitchFamily="2" charset="0"/>
              </a:rPr>
              <a:t>dignissimos</a:t>
            </a:r>
            <a:r>
              <a:rPr lang="en-US" sz="1300" dirty="0">
                <a:solidFill>
                  <a:schemeClr val="tx2"/>
                </a:solidFill>
                <a:latin typeface="Epilogue" pitchFamily="2" charset="0"/>
              </a:rPr>
              <a:t> </a:t>
            </a:r>
            <a:r>
              <a:rPr lang="en-US" sz="1300" dirty="0" err="1">
                <a:solidFill>
                  <a:schemeClr val="tx2"/>
                </a:solidFill>
                <a:latin typeface="Epilogue" pitchFamily="2" charset="0"/>
              </a:rPr>
              <a:t>ducimus</a:t>
            </a:r>
            <a:r>
              <a:rPr lang="en-US" sz="1300" dirty="0">
                <a:solidFill>
                  <a:schemeClr val="tx2"/>
                </a:solidFill>
                <a:latin typeface="Epilogue" pitchFamily="2" charset="0"/>
              </a:rPr>
              <a:t> </a:t>
            </a:r>
            <a:r>
              <a:rPr lang="en-US" sz="1300">
                <a:solidFill>
                  <a:schemeClr val="tx2"/>
                </a:solidFill>
                <a:latin typeface="Epilogue" pitchFamily="2" charset="0"/>
              </a:rPr>
              <a:t>qui blan ditiis </a:t>
            </a:r>
            <a:r>
              <a:rPr lang="en-US" sz="1300" err="1">
                <a:solidFill>
                  <a:schemeClr val="tx2"/>
                </a:solidFill>
                <a:latin typeface="Epilogue" pitchFamily="2" charset="0"/>
              </a:rPr>
              <a:t>praesentium</a:t>
            </a:r>
            <a:r>
              <a:rPr lang="en-US" sz="1300">
                <a:solidFill>
                  <a:schemeClr val="tx2"/>
                </a:solidFill>
                <a:latin typeface="Epilogue" pitchFamily="2" charset="0"/>
              </a:rPr>
              <a:t> voluptatum</a:t>
            </a:r>
            <a:endParaRPr lang="en-US" sz="1300" b="0" dirty="0">
              <a:solidFill>
                <a:schemeClr val="tx2"/>
              </a:solidFill>
              <a:effectLst/>
              <a:latin typeface="Epilogue" pitchFamily="2" charset="0"/>
            </a:endParaRPr>
          </a:p>
        </p:txBody>
      </p:sp>
      <p:sp>
        <p:nvSpPr>
          <p:cNvPr id="32" name="Freeform: Shape 31">
            <a:extLst>
              <a:ext uri="{FF2B5EF4-FFF2-40B4-BE49-F238E27FC236}">
                <a16:creationId xmlns:a16="http://schemas.microsoft.com/office/drawing/2014/main" id="{F2A86DC8-2E00-84E5-DFBB-916737A3F052}"/>
              </a:ext>
            </a:extLst>
          </p:cNvPr>
          <p:cNvSpPr/>
          <p:nvPr/>
        </p:nvSpPr>
        <p:spPr>
          <a:xfrm>
            <a:off x="8275327" y="272463"/>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60F42634-0B96-41B2-8463-D0EC7001E529}"/>
              </a:ext>
            </a:extLst>
          </p:cNvPr>
          <p:cNvSpPr/>
          <p:nvPr/>
        </p:nvSpPr>
        <p:spPr>
          <a:xfrm>
            <a:off x="8560205" y="414902"/>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03104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8" name="Freeform: Shape 57">
            <a:extLst>
              <a:ext uri="{FF2B5EF4-FFF2-40B4-BE49-F238E27FC236}">
                <a16:creationId xmlns:a16="http://schemas.microsoft.com/office/drawing/2014/main" id="{7C3B4C12-A11C-6FE1-630F-FD8E8E828932}"/>
              </a:ext>
            </a:extLst>
          </p:cNvPr>
          <p:cNvSpPr/>
          <p:nvPr/>
        </p:nvSpPr>
        <p:spPr>
          <a:xfrm>
            <a:off x="9046168" y="0"/>
            <a:ext cx="3145832" cy="6858000"/>
          </a:xfrm>
          <a:custGeom>
            <a:avLst/>
            <a:gdLst>
              <a:gd name="connsiteX0" fmla="*/ 0 w 3145832"/>
              <a:gd name="connsiteY0" fmla="*/ 0 h 6858000"/>
              <a:gd name="connsiteX1" fmla="*/ 3145832 w 3145832"/>
              <a:gd name="connsiteY1" fmla="*/ 0 h 6858000"/>
              <a:gd name="connsiteX2" fmla="*/ 3145832 w 3145832"/>
              <a:gd name="connsiteY2" fmla="*/ 6858000 h 6858000"/>
              <a:gd name="connsiteX3" fmla="*/ 1837595 w 314583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5832" h="6858000">
                <a:moveTo>
                  <a:pt x="0" y="0"/>
                </a:moveTo>
                <a:lnTo>
                  <a:pt x="3145832" y="0"/>
                </a:lnTo>
                <a:lnTo>
                  <a:pt x="3145832" y="6858000"/>
                </a:lnTo>
                <a:lnTo>
                  <a:pt x="1837595"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4" name="Graphic 24">
            <a:extLst>
              <a:ext uri="{FF2B5EF4-FFF2-40B4-BE49-F238E27FC236}">
                <a16:creationId xmlns:a16="http://schemas.microsoft.com/office/drawing/2014/main" id="{7CD49488-7EB8-A842-522B-1588A1CD606B}"/>
              </a:ext>
            </a:extLst>
          </p:cNvPr>
          <p:cNvSpPr/>
          <p:nvPr/>
        </p:nvSpPr>
        <p:spPr>
          <a:xfrm>
            <a:off x="9417744" y="254206"/>
            <a:ext cx="2687459" cy="2687459"/>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81" name="Graphic 21">
            <a:extLst>
              <a:ext uri="{FF2B5EF4-FFF2-40B4-BE49-F238E27FC236}">
                <a16:creationId xmlns:a16="http://schemas.microsoft.com/office/drawing/2014/main" id="{7D393EF5-331B-23B7-CF8A-18E028FE95A9}"/>
              </a:ext>
            </a:extLst>
          </p:cNvPr>
          <p:cNvSpPr/>
          <p:nvPr/>
        </p:nvSpPr>
        <p:spPr>
          <a:xfrm>
            <a:off x="977137" y="448524"/>
            <a:ext cx="1946139" cy="777033"/>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extBox 1">
            <a:extLst>
              <a:ext uri="{FF2B5EF4-FFF2-40B4-BE49-F238E27FC236}">
                <a16:creationId xmlns:a16="http://schemas.microsoft.com/office/drawing/2014/main" id="{B47A6F81-193B-49D8-937A-16B975924CF6}"/>
              </a:ext>
            </a:extLst>
          </p:cNvPr>
          <p:cNvSpPr txBox="1"/>
          <p:nvPr/>
        </p:nvSpPr>
        <p:spPr>
          <a:xfrm>
            <a:off x="1066800" y="1433731"/>
            <a:ext cx="2180405" cy="292388"/>
          </a:xfrm>
          <a:prstGeom prst="rect">
            <a:avLst/>
          </a:prstGeom>
          <a:noFill/>
        </p:spPr>
        <p:txBody>
          <a:bodyPr wrap="none" rtlCol="0">
            <a:spAutoFit/>
          </a:bodyPr>
          <a:lstStyle/>
          <a:p>
            <a:r>
              <a:rPr lang="en-US" sz="1300">
                <a:solidFill>
                  <a:schemeClr val="tx2"/>
                </a:solidFill>
                <a:latin typeface="Epilogue" pitchFamily="2" charset="0"/>
              </a:rPr>
              <a:t>Reasons Why Choose Us</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D2ECDB85-F5A1-E2EB-7828-5C537E087FF9}"/>
              </a:ext>
            </a:extLst>
          </p:cNvPr>
          <p:cNvSpPr txBox="1"/>
          <p:nvPr/>
        </p:nvSpPr>
        <p:spPr>
          <a:xfrm>
            <a:off x="1066800" y="2307025"/>
            <a:ext cx="3173526" cy="963405"/>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err="1">
                <a:solidFill>
                  <a:schemeClr val="tx2"/>
                </a:solidFill>
                <a:latin typeface="Epilogue" pitchFamily="2" charset="0"/>
              </a:rPr>
              <a:t>odio</a:t>
            </a:r>
            <a:r>
              <a:rPr lang="en-US" sz="1300">
                <a:solidFill>
                  <a:schemeClr val="tx2"/>
                </a:solidFill>
                <a:latin typeface="Epilogue" pitchFamily="2" charset="0"/>
              </a:rPr>
              <a:t> dignis simos </a:t>
            </a:r>
            <a:r>
              <a:rPr lang="en-US" sz="1300" err="1">
                <a:solidFill>
                  <a:schemeClr val="tx2"/>
                </a:solidFill>
                <a:latin typeface="Epilogue" pitchFamily="2" charset="0"/>
              </a:rPr>
              <a:t>ducimus</a:t>
            </a:r>
            <a:r>
              <a:rPr lang="en-US" sz="1300">
                <a:solidFill>
                  <a:schemeClr val="tx2"/>
                </a:solidFill>
                <a:latin typeface="Epilogue" pitchFamily="2" charset="0"/>
              </a:rPr>
              <a:t> blan diti praesentium volup is tatum qui quas</a:t>
            </a:r>
            <a:endParaRPr lang="en-US" sz="1300" b="0" dirty="0">
              <a:solidFill>
                <a:schemeClr val="tx2"/>
              </a:solidFill>
              <a:effectLst/>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787400"/>
            <a:ext cx="3890587"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Why Choose Us</a:t>
            </a:r>
            <a:endParaRPr lang="en-US" sz="3600" b="1" dirty="0">
              <a:solidFill>
                <a:schemeClr val="tx2"/>
              </a:solidFill>
              <a:latin typeface="Epilogue" pitchFamily="2" charset="0"/>
              <a:cs typeface="Rubik" pitchFamily="2" charset="-79"/>
            </a:endParaRPr>
          </a:p>
        </p:txBody>
      </p:sp>
      <p:sp>
        <p:nvSpPr>
          <p:cNvPr id="6" name="Picture Placeholder 5">
            <a:extLst>
              <a:ext uri="{FF2B5EF4-FFF2-40B4-BE49-F238E27FC236}">
                <a16:creationId xmlns:a16="http://schemas.microsoft.com/office/drawing/2014/main" id="{863A6797-F6E5-0FA1-A000-F0C9BCEA44E5}"/>
              </a:ext>
            </a:extLst>
          </p:cNvPr>
          <p:cNvSpPr>
            <a:spLocks noGrp="1"/>
          </p:cNvSpPr>
          <p:nvPr>
            <p:ph type="pic" sz="quarter" idx="10"/>
          </p:nvPr>
        </p:nvSpPr>
        <p:spPr/>
      </p:sp>
      <p:sp>
        <p:nvSpPr>
          <p:cNvPr id="8" name="Picture Placeholder 7">
            <a:extLst>
              <a:ext uri="{FF2B5EF4-FFF2-40B4-BE49-F238E27FC236}">
                <a16:creationId xmlns:a16="http://schemas.microsoft.com/office/drawing/2014/main" id="{7516C534-0F16-8919-516D-2000BCEA1460}"/>
              </a:ext>
            </a:extLst>
          </p:cNvPr>
          <p:cNvSpPr>
            <a:spLocks noGrp="1"/>
          </p:cNvSpPr>
          <p:nvPr>
            <p:ph type="pic" sz="quarter" idx="11"/>
          </p:nvPr>
        </p:nvSpPr>
        <p:spPr/>
      </p:sp>
      <p:sp>
        <p:nvSpPr>
          <p:cNvPr id="61" name="Rectangle: Rounded Corners 60">
            <a:extLst>
              <a:ext uri="{FF2B5EF4-FFF2-40B4-BE49-F238E27FC236}">
                <a16:creationId xmlns:a16="http://schemas.microsoft.com/office/drawing/2014/main" id="{A657DB55-1127-0EFB-A0AF-AD50763FBF42}"/>
              </a:ext>
            </a:extLst>
          </p:cNvPr>
          <p:cNvSpPr/>
          <p:nvPr/>
        </p:nvSpPr>
        <p:spPr>
          <a:xfrm>
            <a:off x="1150116" y="4255637"/>
            <a:ext cx="2439270" cy="1693756"/>
          </a:xfrm>
          <a:prstGeom prst="roundRect">
            <a:avLst>
              <a:gd name="adj" fmla="val 1404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45908F0C-11CC-566F-6DF6-6082C5586D74}"/>
              </a:ext>
            </a:extLst>
          </p:cNvPr>
          <p:cNvSpPr txBox="1"/>
          <p:nvPr/>
        </p:nvSpPr>
        <p:spPr>
          <a:xfrm>
            <a:off x="1403530" y="4743538"/>
            <a:ext cx="1258678" cy="292388"/>
          </a:xfrm>
          <a:prstGeom prst="rect">
            <a:avLst/>
          </a:prstGeom>
        </p:spPr>
        <p:txBody>
          <a:bodyPr wrap="none" rtlCol="0">
            <a:spAutoFit/>
          </a:bodyPr>
          <a:lstStyle/>
          <a:p>
            <a:r>
              <a:rPr lang="en-US" sz="1300" b="1">
                <a:solidFill>
                  <a:schemeClr val="tx2"/>
                </a:solidFill>
                <a:latin typeface="Epilogue" pitchFamily="2" charset="0"/>
              </a:rPr>
              <a:t>Experienced</a:t>
            </a:r>
            <a:endParaRPr lang="en-US" sz="1300" b="1" dirty="0">
              <a:solidFill>
                <a:schemeClr val="tx2"/>
              </a:solidFill>
              <a:latin typeface="Epilogue" pitchFamily="2" charset="0"/>
            </a:endParaRPr>
          </a:p>
        </p:txBody>
      </p:sp>
      <p:sp>
        <p:nvSpPr>
          <p:cNvPr id="63" name="TextBox 62">
            <a:extLst>
              <a:ext uri="{FF2B5EF4-FFF2-40B4-BE49-F238E27FC236}">
                <a16:creationId xmlns:a16="http://schemas.microsoft.com/office/drawing/2014/main" id="{FA9C40CF-E018-7693-9E5B-EB055B86F4BE}"/>
              </a:ext>
            </a:extLst>
          </p:cNvPr>
          <p:cNvSpPr txBox="1"/>
          <p:nvPr/>
        </p:nvSpPr>
        <p:spPr>
          <a:xfrm>
            <a:off x="1403531" y="5035926"/>
            <a:ext cx="2109870"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praesentium eos et accu samus et</a:t>
            </a:r>
            <a:endParaRPr lang="en-US" sz="1300" b="0" dirty="0">
              <a:solidFill>
                <a:schemeClr val="tx2"/>
              </a:solidFill>
              <a:effectLst/>
              <a:latin typeface="Epilogue" pitchFamily="2" charset="0"/>
            </a:endParaRPr>
          </a:p>
        </p:txBody>
      </p:sp>
      <p:sp>
        <p:nvSpPr>
          <p:cNvPr id="64" name="Rectangle: Rounded Corners 63">
            <a:extLst>
              <a:ext uri="{FF2B5EF4-FFF2-40B4-BE49-F238E27FC236}">
                <a16:creationId xmlns:a16="http://schemas.microsoft.com/office/drawing/2014/main" id="{6F1AACD9-E729-A278-1EFC-B42E4337168C}"/>
              </a:ext>
            </a:extLst>
          </p:cNvPr>
          <p:cNvSpPr/>
          <p:nvPr/>
        </p:nvSpPr>
        <p:spPr>
          <a:xfrm>
            <a:off x="1460680" y="4022854"/>
            <a:ext cx="489527" cy="489527"/>
          </a:xfrm>
          <a:prstGeom prst="roundRect">
            <a:avLst>
              <a:gd name="adj" fmla="val 31260"/>
            </a:avLst>
          </a:prstGeom>
          <a:solidFill>
            <a:schemeClr val="accent1"/>
          </a:solidFill>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Graphic 64">
            <a:extLst>
              <a:ext uri="{FF2B5EF4-FFF2-40B4-BE49-F238E27FC236}">
                <a16:creationId xmlns:a16="http://schemas.microsoft.com/office/drawing/2014/main" id="{616D6181-7BD7-9A98-B6B9-B4F77C5F78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3043" y="4120536"/>
            <a:ext cx="304800" cy="304800"/>
          </a:xfrm>
          <a:prstGeom prst="rect">
            <a:avLst/>
          </a:prstGeom>
        </p:spPr>
      </p:pic>
      <p:sp>
        <p:nvSpPr>
          <p:cNvPr id="66" name="Rectangle: Rounded Corners 65">
            <a:extLst>
              <a:ext uri="{FF2B5EF4-FFF2-40B4-BE49-F238E27FC236}">
                <a16:creationId xmlns:a16="http://schemas.microsoft.com/office/drawing/2014/main" id="{EA1C990B-3B41-1EC8-C73A-92F2FA536CCB}"/>
              </a:ext>
            </a:extLst>
          </p:cNvPr>
          <p:cNvSpPr/>
          <p:nvPr/>
        </p:nvSpPr>
        <p:spPr>
          <a:xfrm>
            <a:off x="3789160" y="4255636"/>
            <a:ext cx="2439270" cy="1688247"/>
          </a:xfrm>
          <a:prstGeom prst="roundRect">
            <a:avLst>
              <a:gd name="adj" fmla="val 1404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FEE741AC-514A-1E49-1FC3-F635C943BC2B}"/>
              </a:ext>
            </a:extLst>
          </p:cNvPr>
          <p:cNvSpPr txBox="1"/>
          <p:nvPr/>
        </p:nvSpPr>
        <p:spPr>
          <a:xfrm>
            <a:off x="4042574" y="4743538"/>
            <a:ext cx="1045479" cy="292388"/>
          </a:xfrm>
          <a:prstGeom prst="rect">
            <a:avLst/>
          </a:prstGeom>
        </p:spPr>
        <p:txBody>
          <a:bodyPr wrap="none" rtlCol="0">
            <a:spAutoFit/>
          </a:bodyPr>
          <a:lstStyle/>
          <a:p>
            <a:r>
              <a:rPr lang="en-US" sz="1300" b="1">
                <a:solidFill>
                  <a:schemeClr val="tx2"/>
                </a:solidFill>
                <a:latin typeface="Epilogue" pitchFamily="2" charset="0"/>
              </a:rPr>
              <a:t>Good Idea</a:t>
            </a:r>
            <a:endParaRPr lang="en-US" sz="1300" b="1" dirty="0">
              <a:solidFill>
                <a:schemeClr val="tx2"/>
              </a:solidFill>
              <a:latin typeface="Epilogue" pitchFamily="2" charset="0"/>
            </a:endParaRPr>
          </a:p>
        </p:txBody>
      </p:sp>
      <p:sp>
        <p:nvSpPr>
          <p:cNvPr id="68" name="TextBox 67">
            <a:extLst>
              <a:ext uri="{FF2B5EF4-FFF2-40B4-BE49-F238E27FC236}">
                <a16:creationId xmlns:a16="http://schemas.microsoft.com/office/drawing/2014/main" id="{15C3ECF3-7D8F-289F-E832-255B19303259}"/>
              </a:ext>
            </a:extLst>
          </p:cNvPr>
          <p:cNvSpPr txBox="1"/>
          <p:nvPr/>
        </p:nvSpPr>
        <p:spPr>
          <a:xfrm>
            <a:off x="4042575" y="5035926"/>
            <a:ext cx="2109870"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Odio dignissimos qui blanditiis praesentium</a:t>
            </a:r>
            <a:endParaRPr lang="en-US" sz="1300" b="0" dirty="0">
              <a:solidFill>
                <a:schemeClr val="tx2"/>
              </a:solidFill>
              <a:effectLst/>
              <a:latin typeface="Epilogue" pitchFamily="2" charset="0"/>
            </a:endParaRPr>
          </a:p>
        </p:txBody>
      </p:sp>
      <p:sp>
        <p:nvSpPr>
          <p:cNvPr id="69" name="Rectangle: Rounded Corners 68">
            <a:extLst>
              <a:ext uri="{FF2B5EF4-FFF2-40B4-BE49-F238E27FC236}">
                <a16:creationId xmlns:a16="http://schemas.microsoft.com/office/drawing/2014/main" id="{46F17484-16CA-806B-5FAE-6752004EB7E2}"/>
              </a:ext>
            </a:extLst>
          </p:cNvPr>
          <p:cNvSpPr/>
          <p:nvPr/>
        </p:nvSpPr>
        <p:spPr>
          <a:xfrm>
            <a:off x="4099724" y="4022854"/>
            <a:ext cx="489527" cy="489527"/>
          </a:xfrm>
          <a:prstGeom prst="roundRect">
            <a:avLst>
              <a:gd name="adj" fmla="val 31260"/>
            </a:avLst>
          </a:prstGeom>
          <a:solidFill>
            <a:schemeClr val="accent2"/>
          </a:solidFill>
          <a:ln>
            <a:no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c 69">
            <a:extLst>
              <a:ext uri="{FF2B5EF4-FFF2-40B4-BE49-F238E27FC236}">
                <a16:creationId xmlns:a16="http://schemas.microsoft.com/office/drawing/2014/main" id="{E43F978E-B6DF-0974-D5FB-A68A331338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92087" y="4115217"/>
            <a:ext cx="304800" cy="304800"/>
          </a:xfrm>
          <a:prstGeom prst="rect">
            <a:avLst/>
          </a:prstGeom>
        </p:spPr>
      </p:pic>
      <p:sp>
        <p:nvSpPr>
          <p:cNvPr id="71" name="Rectangle: Rounded Corners 70">
            <a:extLst>
              <a:ext uri="{FF2B5EF4-FFF2-40B4-BE49-F238E27FC236}">
                <a16:creationId xmlns:a16="http://schemas.microsoft.com/office/drawing/2014/main" id="{471D1766-C430-99A6-A8F0-9A1A038C9732}"/>
              </a:ext>
            </a:extLst>
          </p:cNvPr>
          <p:cNvSpPr/>
          <p:nvPr/>
        </p:nvSpPr>
        <p:spPr>
          <a:xfrm>
            <a:off x="6428204" y="4255636"/>
            <a:ext cx="2439270" cy="1688247"/>
          </a:xfrm>
          <a:prstGeom prst="roundRect">
            <a:avLst>
              <a:gd name="adj" fmla="val 14042"/>
            </a:avLst>
          </a:prstGeom>
          <a:solidFill>
            <a:schemeClr val="bg2"/>
          </a:solidFill>
          <a:ln>
            <a:solidFill>
              <a:schemeClr val="accent3"/>
            </a:solidFill>
          </a:ln>
          <a:effectLst>
            <a:outerShdw blurRad="254000" dist="254000" dir="5400000" sx="95000" sy="95000" algn="t"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6A16E8B3-F440-2DB3-1626-BE1DB1189FA7}"/>
              </a:ext>
            </a:extLst>
          </p:cNvPr>
          <p:cNvSpPr txBox="1"/>
          <p:nvPr/>
        </p:nvSpPr>
        <p:spPr>
          <a:xfrm>
            <a:off x="6681618" y="4743538"/>
            <a:ext cx="1590500" cy="292388"/>
          </a:xfrm>
          <a:prstGeom prst="rect">
            <a:avLst/>
          </a:prstGeom>
        </p:spPr>
        <p:txBody>
          <a:bodyPr wrap="none" rtlCol="0">
            <a:spAutoFit/>
          </a:bodyPr>
          <a:lstStyle/>
          <a:p>
            <a:r>
              <a:rPr lang="en-US" sz="1300" b="1">
                <a:solidFill>
                  <a:schemeClr val="tx2"/>
                </a:solidFill>
                <a:latin typeface="Epilogue" pitchFamily="2" charset="0"/>
              </a:rPr>
              <a:t>Affordable Price</a:t>
            </a:r>
            <a:endParaRPr lang="en-US" sz="1300" b="1" dirty="0">
              <a:solidFill>
                <a:schemeClr val="tx2"/>
              </a:solidFill>
              <a:latin typeface="Epilogue" pitchFamily="2" charset="0"/>
            </a:endParaRPr>
          </a:p>
        </p:txBody>
      </p:sp>
      <p:sp>
        <p:nvSpPr>
          <p:cNvPr id="73" name="TextBox 72">
            <a:extLst>
              <a:ext uri="{FF2B5EF4-FFF2-40B4-BE49-F238E27FC236}">
                <a16:creationId xmlns:a16="http://schemas.microsoft.com/office/drawing/2014/main" id="{D39CFC52-975D-7FC0-F4D3-2B93B1C25705}"/>
              </a:ext>
            </a:extLst>
          </p:cNvPr>
          <p:cNvSpPr txBox="1"/>
          <p:nvPr/>
        </p:nvSpPr>
        <p:spPr>
          <a:xfrm>
            <a:off x="6681619" y="5035926"/>
            <a:ext cx="2109870"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Blanditiis praesentium odio dignissimos qui</a:t>
            </a:r>
            <a:endParaRPr lang="en-US" sz="1300" b="0" dirty="0">
              <a:solidFill>
                <a:schemeClr val="tx2"/>
              </a:solidFill>
              <a:effectLst/>
              <a:latin typeface="Epilogue" pitchFamily="2" charset="0"/>
            </a:endParaRPr>
          </a:p>
        </p:txBody>
      </p:sp>
      <p:sp>
        <p:nvSpPr>
          <p:cNvPr id="74" name="Rectangle: Rounded Corners 73">
            <a:extLst>
              <a:ext uri="{FF2B5EF4-FFF2-40B4-BE49-F238E27FC236}">
                <a16:creationId xmlns:a16="http://schemas.microsoft.com/office/drawing/2014/main" id="{13144579-5466-5086-334A-491C1ABAC0F0}"/>
              </a:ext>
            </a:extLst>
          </p:cNvPr>
          <p:cNvSpPr/>
          <p:nvPr/>
        </p:nvSpPr>
        <p:spPr>
          <a:xfrm>
            <a:off x="6740879" y="4022854"/>
            <a:ext cx="489527" cy="489527"/>
          </a:xfrm>
          <a:prstGeom prst="roundRect">
            <a:avLst>
              <a:gd name="adj" fmla="val 31260"/>
            </a:avLst>
          </a:prstGeom>
          <a:solidFill>
            <a:schemeClr val="accent3"/>
          </a:solidFill>
          <a:ln>
            <a:noFill/>
          </a:ln>
          <a:effectLst>
            <a:outerShdw blurRad="254000" dist="254000" dir="5400000" sx="95000" sy="95000" algn="t"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a:extLst>
              <a:ext uri="{FF2B5EF4-FFF2-40B4-BE49-F238E27FC236}">
                <a16:creationId xmlns:a16="http://schemas.microsoft.com/office/drawing/2014/main" id="{B10C40F7-3AE3-A53F-C642-3010901CC8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31459" y="4115217"/>
            <a:ext cx="304800" cy="304800"/>
          </a:xfrm>
          <a:prstGeom prst="rect">
            <a:avLst/>
          </a:prstGeom>
        </p:spPr>
      </p:pic>
      <p:sp>
        <p:nvSpPr>
          <p:cNvPr id="82" name="Freeform: Shape 81">
            <a:extLst>
              <a:ext uri="{FF2B5EF4-FFF2-40B4-BE49-F238E27FC236}">
                <a16:creationId xmlns:a16="http://schemas.microsoft.com/office/drawing/2014/main" id="{349811CE-7ABE-D3F1-C863-361A3130450B}"/>
              </a:ext>
            </a:extLst>
          </p:cNvPr>
          <p:cNvSpPr/>
          <p:nvPr/>
        </p:nvSpPr>
        <p:spPr>
          <a:xfrm>
            <a:off x="4661552" y="3044307"/>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128B71E1-1B7E-3ADF-E3EF-6666EA3487BE}"/>
              </a:ext>
            </a:extLst>
          </p:cNvPr>
          <p:cNvSpPr/>
          <p:nvPr/>
        </p:nvSpPr>
        <p:spPr>
          <a:xfrm>
            <a:off x="4946430" y="3186746"/>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69415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5" name="Graphic 21">
            <a:extLst>
              <a:ext uri="{FF2B5EF4-FFF2-40B4-BE49-F238E27FC236}">
                <a16:creationId xmlns:a16="http://schemas.microsoft.com/office/drawing/2014/main" id="{28CC01F3-FCD9-B2F0-3A0D-74F1F39C9976}"/>
              </a:ext>
            </a:extLst>
          </p:cNvPr>
          <p:cNvSpPr/>
          <p:nvPr/>
        </p:nvSpPr>
        <p:spPr>
          <a:xfrm>
            <a:off x="1685046" y="477923"/>
            <a:ext cx="1736886" cy="693485"/>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6" name="Rectangle 35">
            <a:extLst>
              <a:ext uri="{FF2B5EF4-FFF2-40B4-BE49-F238E27FC236}">
                <a16:creationId xmlns:a16="http://schemas.microsoft.com/office/drawing/2014/main" id="{1D796008-081A-9ACB-6773-E2148DE2A978}"/>
              </a:ext>
            </a:extLst>
          </p:cNvPr>
          <p:cNvSpPr/>
          <p:nvPr/>
        </p:nvSpPr>
        <p:spPr>
          <a:xfrm>
            <a:off x="4556409" y="1"/>
            <a:ext cx="3867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799" y="2440126"/>
            <a:ext cx="1822935" cy="292388"/>
          </a:xfrm>
          <a:prstGeom prst="rect">
            <a:avLst/>
          </a:prstGeom>
          <a:noFill/>
        </p:spPr>
        <p:txBody>
          <a:bodyPr wrap="none" rtlCol="0">
            <a:spAutoFit/>
          </a:bodyPr>
          <a:lstStyle/>
          <a:p>
            <a:r>
              <a:rPr lang="en-US" sz="1300">
                <a:solidFill>
                  <a:schemeClr val="tx2"/>
                </a:solidFill>
                <a:latin typeface="Epilogue" pitchFamily="2" charset="0"/>
              </a:rPr>
              <a:t>Bootstrap Company</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D2ECDB85-F5A1-E2EB-7828-5C537E087FF9}"/>
              </a:ext>
            </a:extLst>
          </p:cNvPr>
          <p:cNvSpPr txBox="1"/>
          <p:nvPr/>
        </p:nvSpPr>
        <p:spPr>
          <a:xfrm>
            <a:off x="1066800" y="3313420"/>
            <a:ext cx="2822154"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Iusto odio dignissimos ducimus qui blanditiis praesentium volup quos dolores et quas molestias</a:t>
            </a:r>
            <a:endParaRPr lang="en-US" sz="1300" b="0" dirty="0">
              <a:solidFill>
                <a:schemeClr val="tx2"/>
              </a:solidFill>
              <a:effectLst/>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685800"/>
            <a:ext cx="2943340" cy="1754326"/>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We Provide The Best Services</a:t>
            </a:r>
            <a:endParaRPr lang="en-US" sz="3600" b="1" dirty="0">
              <a:solidFill>
                <a:schemeClr val="tx2"/>
              </a:solidFill>
              <a:latin typeface="Epilogue" pitchFamily="2" charset="0"/>
              <a:cs typeface="Rubik" pitchFamily="2" charset="-79"/>
            </a:endParaRPr>
          </a:p>
        </p:txBody>
      </p:sp>
      <p:sp>
        <p:nvSpPr>
          <p:cNvPr id="14" name="TextBox 13">
            <a:extLst>
              <a:ext uri="{FF2B5EF4-FFF2-40B4-BE49-F238E27FC236}">
                <a16:creationId xmlns:a16="http://schemas.microsoft.com/office/drawing/2014/main" id="{B616547A-66BE-5B7A-8C0F-6AAA066ABCB0}"/>
              </a:ext>
            </a:extLst>
          </p:cNvPr>
          <p:cNvSpPr txBox="1"/>
          <p:nvPr/>
        </p:nvSpPr>
        <p:spPr>
          <a:xfrm>
            <a:off x="9099616" y="1045924"/>
            <a:ext cx="1258678" cy="292388"/>
          </a:xfrm>
          <a:prstGeom prst="rect">
            <a:avLst/>
          </a:prstGeom>
        </p:spPr>
        <p:txBody>
          <a:bodyPr wrap="none" rtlCol="0">
            <a:spAutoFit/>
          </a:bodyPr>
          <a:lstStyle/>
          <a:p>
            <a:r>
              <a:rPr lang="en-US" sz="1300" b="1">
                <a:solidFill>
                  <a:schemeClr val="tx2"/>
                </a:solidFill>
                <a:latin typeface="Epilogue" pitchFamily="2" charset="0"/>
              </a:rPr>
              <a:t>Experienced</a:t>
            </a:r>
            <a:endParaRPr lang="en-US" sz="1300" b="1" dirty="0">
              <a:solidFill>
                <a:schemeClr val="tx2"/>
              </a:solidFill>
              <a:latin typeface="Epilogue" pitchFamily="2" charset="0"/>
            </a:endParaRPr>
          </a:p>
        </p:txBody>
      </p:sp>
      <p:sp>
        <p:nvSpPr>
          <p:cNvPr id="15" name="TextBox 14">
            <a:extLst>
              <a:ext uri="{FF2B5EF4-FFF2-40B4-BE49-F238E27FC236}">
                <a16:creationId xmlns:a16="http://schemas.microsoft.com/office/drawing/2014/main" id="{679F627E-8D84-1F63-073C-2BF61731658C}"/>
              </a:ext>
            </a:extLst>
          </p:cNvPr>
          <p:cNvSpPr txBox="1"/>
          <p:nvPr/>
        </p:nvSpPr>
        <p:spPr>
          <a:xfrm>
            <a:off x="9099617" y="1338312"/>
            <a:ext cx="2025583"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praesentium eos et accu samus et</a:t>
            </a:r>
            <a:endParaRPr lang="en-US" sz="1300" b="0" dirty="0">
              <a:solidFill>
                <a:schemeClr val="tx2"/>
              </a:solidFill>
              <a:effectLst/>
              <a:latin typeface="Epilogue" pitchFamily="2" charset="0"/>
            </a:endParaRPr>
          </a:p>
        </p:txBody>
      </p:sp>
      <p:pic>
        <p:nvPicPr>
          <p:cNvPr id="17" name="Graphic 16">
            <a:extLst>
              <a:ext uri="{FF2B5EF4-FFF2-40B4-BE49-F238E27FC236}">
                <a16:creationId xmlns:a16="http://schemas.microsoft.com/office/drawing/2014/main" id="{41DCC623-2698-B40D-DE40-CD25EBF826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9538" y="672266"/>
            <a:ext cx="304800" cy="304800"/>
          </a:xfrm>
          <a:prstGeom prst="rect">
            <a:avLst/>
          </a:prstGeom>
        </p:spPr>
      </p:pic>
      <p:sp>
        <p:nvSpPr>
          <p:cNvPr id="20" name="TextBox 19">
            <a:extLst>
              <a:ext uri="{FF2B5EF4-FFF2-40B4-BE49-F238E27FC236}">
                <a16:creationId xmlns:a16="http://schemas.microsoft.com/office/drawing/2014/main" id="{BC6E7434-2C16-61B6-AA36-70914E25E22A}"/>
              </a:ext>
            </a:extLst>
          </p:cNvPr>
          <p:cNvSpPr txBox="1"/>
          <p:nvPr/>
        </p:nvSpPr>
        <p:spPr>
          <a:xfrm>
            <a:off x="9099616" y="2892598"/>
            <a:ext cx="1045479" cy="292388"/>
          </a:xfrm>
          <a:prstGeom prst="rect">
            <a:avLst/>
          </a:prstGeom>
        </p:spPr>
        <p:txBody>
          <a:bodyPr wrap="none" rtlCol="0">
            <a:spAutoFit/>
          </a:bodyPr>
          <a:lstStyle/>
          <a:p>
            <a:r>
              <a:rPr lang="en-US" sz="1300" b="1">
                <a:solidFill>
                  <a:schemeClr val="tx2"/>
                </a:solidFill>
                <a:latin typeface="Epilogue" pitchFamily="2" charset="0"/>
              </a:rPr>
              <a:t>Good Idea</a:t>
            </a:r>
            <a:endParaRPr lang="en-US" sz="1300" b="1" dirty="0">
              <a:solidFill>
                <a:schemeClr val="tx2"/>
              </a:solidFill>
              <a:latin typeface="Epilogue" pitchFamily="2" charset="0"/>
            </a:endParaRPr>
          </a:p>
        </p:txBody>
      </p:sp>
      <p:sp>
        <p:nvSpPr>
          <p:cNvPr id="21" name="TextBox 20">
            <a:extLst>
              <a:ext uri="{FF2B5EF4-FFF2-40B4-BE49-F238E27FC236}">
                <a16:creationId xmlns:a16="http://schemas.microsoft.com/office/drawing/2014/main" id="{3A819646-680D-F2D0-CF63-2C0388573818}"/>
              </a:ext>
            </a:extLst>
          </p:cNvPr>
          <p:cNvSpPr txBox="1"/>
          <p:nvPr/>
        </p:nvSpPr>
        <p:spPr>
          <a:xfrm>
            <a:off x="9099617" y="3184986"/>
            <a:ext cx="2025583"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Odio dignissimos qui blanditiis praesentium</a:t>
            </a:r>
            <a:endParaRPr lang="en-US" sz="1300" b="0" dirty="0">
              <a:solidFill>
                <a:schemeClr val="tx2"/>
              </a:solidFill>
              <a:effectLst/>
              <a:latin typeface="Epilogue" pitchFamily="2" charset="0"/>
            </a:endParaRPr>
          </a:p>
        </p:txBody>
      </p:sp>
      <p:pic>
        <p:nvPicPr>
          <p:cNvPr id="23" name="Graphic 22">
            <a:extLst>
              <a:ext uri="{FF2B5EF4-FFF2-40B4-BE49-F238E27FC236}">
                <a16:creationId xmlns:a16="http://schemas.microsoft.com/office/drawing/2014/main" id="{A238262E-A0E8-0D2D-840A-BB21937A6F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49538" y="2513621"/>
            <a:ext cx="304800" cy="304800"/>
          </a:xfrm>
          <a:prstGeom prst="rect">
            <a:avLst/>
          </a:prstGeom>
        </p:spPr>
      </p:pic>
      <p:sp>
        <p:nvSpPr>
          <p:cNvPr id="26" name="TextBox 25">
            <a:extLst>
              <a:ext uri="{FF2B5EF4-FFF2-40B4-BE49-F238E27FC236}">
                <a16:creationId xmlns:a16="http://schemas.microsoft.com/office/drawing/2014/main" id="{9020D35E-F210-27E4-CA49-B81B050FE334}"/>
              </a:ext>
            </a:extLst>
          </p:cNvPr>
          <p:cNvSpPr txBox="1"/>
          <p:nvPr/>
        </p:nvSpPr>
        <p:spPr>
          <a:xfrm>
            <a:off x="9099616" y="4739273"/>
            <a:ext cx="1590500" cy="292388"/>
          </a:xfrm>
          <a:prstGeom prst="rect">
            <a:avLst/>
          </a:prstGeom>
        </p:spPr>
        <p:txBody>
          <a:bodyPr wrap="none" rtlCol="0">
            <a:spAutoFit/>
          </a:bodyPr>
          <a:lstStyle/>
          <a:p>
            <a:r>
              <a:rPr lang="en-US" sz="1300" b="1">
                <a:solidFill>
                  <a:schemeClr val="tx2"/>
                </a:solidFill>
                <a:latin typeface="Epilogue" pitchFamily="2" charset="0"/>
              </a:rPr>
              <a:t>Affordable Price</a:t>
            </a:r>
            <a:endParaRPr lang="en-US" sz="1300" b="1" dirty="0">
              <a:solidFill>
                <a:schemeClr val="tx2"/>
              </a:solidFill>
              <a:latin typeface="Epilogue" pitchFamily="2" charset="0"/>
            </a:endParaRPr>
          </a:p>
        </p:txBody>
      </p:sp>
      <p:sp>
        <p:nvSpPr>
          <p:cNvPr id="27" name="TextBox 26">
            <a:extLst>
              <a:ext uri="{FF2B5EF4-FFF2-40B4-BE49-F238E27FC236}">
                <a16:creationId xmlns:a16="http://schemas.microsoft.com/office/drawing/2014/main" id="{DA84B1CB-792B-D962-E8EA-22F48525371A}"/>
              </a:ext>
            </a:extLst>
          </p:cNvPr>
          <p:cNvSpPr txBox="1"/>
          <p:nvPr/>
        </p:nvSpPr>
        <p:spPr>
          <a:xfrm>
            <a:off x="9099617" y="5031661"/>
            <a:ext cx="2025583"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Blanditiis praesentium odio dignissimos qui</a:t>
            </a:r>
            <a:endParaRPr lang="en-US" sz="1300" b="0" dirty="0">
              <a:solidFill>
                <a:schemeClr val="tx2"/>
              </a:solidFill>
              <a:effectLst/>
              <a:latin typeface="Epilogue" pitchFamily="2" charset="0"/>
            </a:endParaRPr>
          </a:p>
        </p:txBody>
      </p:sp>
      <p:pic>
        <p:nvPicPr>
          <p:cNvPr id="29" name="Graphic 28">
            <a:extLst>
              <a:ext uri="{FF2B5EF4-FFF2-40B4-BE49-F238E27FC236}">
                <a16:creationId xmlns:a16="http://schemas.microsoft.com/office/drawing/2014/main" id="{3E17381E-19FF-A0F8-B270-36E4FCD855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9866" y="4360296"/>
            <a:ext cx="304800" cy="304800"/>
          </a:xfrm>
          <a:prstGeom prst="rect">
            <a:avLst/>
          </a:prstGeom>
        </p:spPr>
      </p:pic>
      <p:sp>
        <p:nvSpPr>
          <p:cNvPr id="34" name="Rectangle: Rounded Corners 33">
            <a:extLst>
              <a:ext uri="{FF2B5EF4-FFF2-40B4-BE49-F238E27FC236}">
                <a16:creationId xmlns:a16="http://schemas.microsoft.com/office/drawing/2014/main" id="{F012CEED-21D4-FC5A-C9D7-ABBEAC2C70A2}"/>
              </a:ext>
            </a:extLst>
          </p:cNvPr>
          <p:cNvSpPr/>
          <p:nvPr/>
        </p:nvSpPr>
        <p:spPr>
          <a:xfrm>
            <a:off x="1098120" y="4853935"/>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9A7B7562-63C5-5337-CF2A-02370C7E3BFE}"/>
              </a:ext>
            </a:extLst>
          </p:cNvPr>
          <p:cNvSpPr txBox="1"/>
          <p:nvPr/>
        </p:nvSpPr>
        <p:spPr>
          <a:xfrm>
            <a:off x="1318101" y="5031661"/>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6" name="Picture Placeholder 5">
            <a:extLst>
              <a:ext uri="{FF2B5EF4-FFF2-40B4-BE49-F238E27FC236}">
                <a16:creationId xmlns:a16="http://schemas.microsoft.com/office/drawing/2014/main" id="{ADDD612A-F55F-51DE-67EA-AEF6E4CACF81}"/>
              </a:ext>
            </a:extLst>
          </p:cNvPr>
          <p:cNvSpPr>
            <a:spLocks noGrp="1"/>
          </p:cNvSpPr>
          <p:nvPr>
            <p:ph type="pic" sz="quarter" idx="10"/>
          </p:nvPr>
        </p:nvSpPr>
        <p:spPr/>
      </p:sp>
      <p:sp>
        <p:nvSpPr>
          <p:cNvPr id="40" name="Graphic 15">
            <a:extLst>
              <a:ext uri="{FF2B5EF4-FFF2-40B4-BE49-F238E27FC236}">
                <a16:creationId xmlns:a16="http://schemas.microsoft.com/office/drawing/2014/main" id="{2B71D1ED-0EB7-1A16-8B04-F45672EC5C11}"/>
              </a:ext>
            </a:extLst>
          </p:cNvPr>
          <p:cNvSpPr/>
          <p:nvPr/>
        </p:nvSpPr>
        <p:spPr>
          <a:xfrm>
            <a:off x="4010140" y="3048000"/>
            <a:ext cx="1600618" cy="1600618"/>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41" name="Graphic 24">
            <a:extLst>
              <a:ext uri="{FF2B5EF4-FFF2-40B4-BE49-F238E27FC236}">
                <a16:creationId xmlns:a16="http://schemas.microsoft.com/office/drawing/2014/main" id="{CDFC80CD-FD68-6EE6-EFDC-1EA3F0C64A7F}"/>
              </a:ext>
            </a:extLst>
          </p:cNvPr>
          <p:cNvSpPr/>
          <p:nvPr/>
        </p:nvSpPr>
        <p:spPr>
          <a:xfrm>
            <a:off x="-848151" y="4846833"/>
            <a:ext cx="1696302" cy="169630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2" name="Freeform: Shape 41">
            <a:extLst>
              <a:ext uri="{FF2B5EF4-FFF2-40B4-BE49-F238E27FC236}">
                <a16:creationId xmlns:a16="http://schemas.microsoft.com/office/drawing/2014/main" id="{4597A0EE-3B9E-320B-04CA-5A378CB89388}"/>
              </a:ext>
            </a:extLst>
          </p:cNvPr>
          <p:cNvSpPr/>
          <p:nvPr/>
        </p:nvSpPr>
        <p:spPr>
          <a:xfrm>
            <a:off x="11562980" y="4025335"/>
            <a:ext cx="252013" cy="25201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469FCBBD-0B12-F87A-7F59-165C48EA3663}"/>
              </a:ext>
            </a:extLst>
          </p:cNvPr>
          <p:cNvSpPr/>
          <p:nvPr/>
        </p:nvSpPr>
        <p:spPr>
          <a:xfrm>
            <a:off x="11242186" y="4276825"/>
            <a:ext cx="446801" cy="446800"/>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65742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Graphic 21">
            <a:extLst>
              <a:ext uri="{FF2B5EF4-FFF2-40B4-BE49-F238E27FC236}">
                <a16:creationId xmlns:a16="http://schemas.microsoft.com/office/drawing/2014/main" id="{9C009F34-2E5D-61BB-9A86-77817E531632}"/>
              </a:ext>
            </a:extLst>
          </p:cNvPr>
          <p:cNvSpPr/>
          <p:nvPr/>
        </p:nvSpPr>
        <p:spPr>
          <a:xfrm>
            <a:off x="4050533" y="870857"/>
            <a:ext cx="2514858" cy="1004105"/>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 name="Rectangle 5">
            <a:extLst>
              <a:ext uri="{FF2B5EF4-FFF2-40B4-BE49-F238E27FC236}">
                <a16:creationId xmlns:a16="http://schemas.microsoft.com/office/drawing/2014/main" id="{DC2FB0A0-B933-CFF4-9725-DFD657BC7C89}"/>
              </a:ext>
            </a:extLst>
          </p:cNvPr>
          <p:cNvSpPr/>
          <p:nvPr/>
        </p:nvSpPr>
        <p:spPr>
          <a:xfrm>
            <a:off x="0" y="4456322"/>
            <a:ext cx="12192000" cy="24016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Graphic 15">
            <a:extLst>
              <a:ext uri="{FF2B5EF4-FFF2-40B4-BE49-F238E27FC236}">
                <a16:creationId xmlns:a16="http://schemas.microsoft.com/office/drawing/2014/main" id="{FA36E63F-1168-EF7E-D2F0-F347A6DC105A}"/>
              </a:ext>
            </a:extLst>
          </p:cNvPr>
          <p:cNvSpPr/>
          <p:nvPr/>
        </p:nvSpPr>
        <p:spPr>
          <a:xfrm>
            <a:off x="268790" y="2117952"/>
            <a:ext cx="3649417" cy="3649417"/>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1D32D83C-8AB3-27D8-C324-22DB72031BD6}"/>
              </a:ext>
            </a:extLst>
          </p:cNvPr>
          <p:cNvSpPr txBox="1"/>
          <p:nvPr/>
        </p:nvSpPr>
        <p:spPr>
          <a:xfrm>
            <a:off x="2780028" y="1295783"/>
            <a:ext cx="6631944" cy="2646878"/>
          </a:xfrm>
          <a:prstGeom prst="rect">
            <a:avLst/>
          </a:prstGeom>
          <a:noFill/>
        </p:spPr>
        <p:txBody>
          <a:bodyPr wrap="none" rtlCol="0">
            <a:spAutoFit/>
          </a:bodyPr>
          <a:lstStyle/>
          <a:p>
            <a:pPr algn="ctr"/>
            <a:r>
              <a:rPr lang="en-US" sz="16600" b="1" spc="600">
                <a:ln w="12700">
                  <a:solidFill>
                    <a:schemeClr val="tx2">
                      <a:alpha val="15000"/>
                    </a:schemeClr>
                  </a:solidFill>
                </a:ln>
                <a:noFill/>
                <a:latin typeface="Epilogue Black" pitchFamily="2" charset="0"/>
              </a:rPr>
              <a:t>TEAM</a:t>
            </a:r>
          </a:p>
        </p:txBody>
      </p:sp>
      <p:sp>
        <p:nvSpPr>
          <p:cNvPr id="2" name="TextBox 1">
            <a:extLst>
              <a:ext uri="{FF2B5EF4-FFF2-40B4-BE49-F238E27FC236}">
                <a16:creationId xmlns:a16="http://schemas.microsoft.com/office/drawing/2014/main" id="{2C71715A-8270-2E41-1C74-6076C6B859B8}"/>
              </a:ext>
            </a:extLst>
          </p:cNvPr>
          <p:cNvSpPr txBox="1"/>
          <p:nvPr/>
        </p:nvSpPr>
        <p:spPr>
          <a:xfrm>
            <a:off x="5143656" y="1253797"/>
            <a:ext cx="1904689" cy="830997"/>
          </a:xfrm>
          <a:prstGeom prst="rect">
            <a:avLst/>
          </a:prstGeom>
          <a:noFill/>
        </p:spPr>
        <p:txBody>
          <a:bodyPr wrap="none" rtlCol="0">
            <a:spAutoFit/>
          </a:bodyPr>
          <a:lstStyle/>
          <a:p>
            <a:pPr algn="ctr"/>
            <a:r>
              <a:rPr lang="en-US" sz="4800" b="1">
                <a:solidFill>
                  <a:schemeClr val="tx2"/>
                </a:solidFill>
                <a:latin typeface="Epilogue" pitchFamily="2" charset="0"/>
              </a:rPr>
              <a:t>Team</a:t>
            </a:r>
          </a:p>
        </p:txBody>
      </p:sp>
      <p:sp>
        <p:nvSpPr>
          <p:cNvPr id="3" name="TextBox 2">
            <a:extLst>
              <a:ext uri="{FF2B5EF4-FFF2-40B4-BE49-F238E27FC236}">
                <a16:creationId xmlns:a16="http://schemas.microsoft.com/office/drawing/2014/main" id="{2A3DCD32-63B4-4935-B24B-D00668496A4D}"/>
              </a:ext>
            </a:extLst>
          </p:cNvPr>
          <p:cNvSpPr txBox="1"/>
          <p:nvPr/>
        </p:nvSpPr>
        <p:spPr>
          <a:xfrm>
            <a:off x="5259072" y="2084794"/>
            <a:ext cx="1673856" cy="292388"/>
          </a:xfrm>
          <a:prstGeom prst="rect">
            <a:avLst/>
          </a:prstGeom>
          <a:noFill/>
        </p:spPr>
        <p:txBody>
          <a:bodyPr wrap="none" rtlCol="0">
            <a:spAutoFit/>
          </a:bodyPr>
          <a:lstStyle/>
          <a:p>
            <a:pPr algn="ctr"/>
            <a:r>
              <a:rPr lang="en-US" sz="1300">
                <a:solidFill>
                  <a:schemeClr val="tx2"/>
                </a:solidFill>
                <a:latin typeface="Epilogue" pitchFamily="2" charset="0"/>
              </a:rPr>
              <a:t>Our Amazing Team</a:t>
            </a:r>
          </a:p>
        </p:txBody>
      </p:sp>
      <p:sp>
        <p:nvSpPr>
          <p:cNvPr id="28" name="Graphic 24">
            <a:extLst>
              <a:ext uri="{FF2B5EF4-FFF2-40B4-BE49-F238E27FC236}">
                <a16:creationId xmlns:a16="http://schemas.microsoft.com/office/drawing/2014/main" id="{5FDD8C46-2951-3DDA-2397-F3E9DEAB899B}"/>
              </a:ext>
            </a:extLst>
          </p:cNvPr>
          <p:cNvSpPr/>
          <p:nvPr/>
        </p:nvSpPr>
        <p:spPr>
          <a:xfrm>
            <a:off x="8288276" y="-480192"/>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9" name="Freeform: Shape 28">
            <a:extLst>
              <a:ext uri="{FF2B5EF4-FFF2-40B4-BE49-F238E27FC236}">
                <a16:creationId xmlns:a16="http://schemas.microsoft.com/office/drawing/2014/main" id="{5540BEFD-643F-57C0-B919-740E6B1A75B5}"/>
              </a:ext>
            </a:extLst>
          </p:cNvPr>
          <p:cNvSpPr/>
          <p:nvPr/>
        </p:nvSpPr>
        <p:spPr>
          <a:xfrm>
            <a:off x="10335254" y="2536063"/>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CC9B88FA-E28E-E16A-E8DD-EB403A6DF23B}"/>
              </a:ext>
            </a:extLst>
          </p:cNvPr>
          <p:cNvSpPr/>
          <p:nvPr/>
        </p:nvSpPr>
        <p:spPr>
          <a:xfrm>
            <a:off x="10620132" y="2678502"/>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Picture Placeholder 6">
            <a:extLst>
              <a:ext uri="{FF2B5EF4-FFF2-40B4-BE49-F238E27FC236}">
                <a16:creationId xmlns:a16="http://schemas.microsoft.com/office/drawing/2014/main" id="{0081DE79-C33F-233F-36BD-15803C44B8DF}"/>
              </a:ext>
            </a:extLst>
          </p:cNvPr>
          <p:cNvSpPr>
            <a:spLocks noGrp="1"/>
          </p:cNvSpPr>
          <p:nvPr>
            <p:ph type="pic" sz="quarter" idx="10"/>
          </p:nvPr>
        </p:nvSpPr>
        <p:spPr/>
      </p:sp>
      <p:sp>
        <p:nvSpPr>
          <p:cNvPr id="9" name="Picture Placeholder 8">
            <a:extLst>
              <a:ext uri="{FF2B5EF4-FFF2-40B4-BE49-F238E27FC236}">
                <a16:creationId xmlns:a16="http://schemas.microsoft.com/office/drawing/2014/main" id="{93B9E4F8-9EA5-D478-0A8C-401FE43A666D}"/>
              </a:ext>
            </a:extLst>
          </p:cNvPr>
          <p:cNvSpPr>
            <a:spLocks noGrp="1"/>
          </p:cNvSpPr>
          <p:nvPr>
            <p:ph type="pic" sz="quarter" idx="11"/>
          </p:nvPr>
        </p:nvSpPr>
        <p:spPr/>
      </p:sp>
      <p:sp>
        <p:nvSpPr>
          <p:cNvPr id="11" name="Picture Placeholder 10">
            <a:extLst>
              <a:ext uri="{FF2B5EF4-FFF2-40B4-BE49-F238E27FC236}">
                <a16:creationId xmlns:a16="http://schemas.microsoft.com/office/drawing/2014/main" id="{3D5CD81D-0586-8078-A4EB-1E5251BD6EEF}"/>
              </a:ext>
            </a:extLst>
          </p:cNvPr>
          <p:cNvSpPr>
            <a:spLocks noGrp="1"/>
          </p:cNvSpPr>
          <p:nvPr>
            <p:ph type="pic" sz="quarter" idx="12"/>
          </p:nvPr>
        </p:nvSpPr>
        <p:spPr/>
      </p:sp>
      <p:sp>
        <p:nvSpPr>
          <p:cNvPr id="13" name="Picture Placeholder 12">
            <a:extLst>
              <a:ext uri="{FF2B5EF4-FFF2-40B4-BE49-F238E27FC236}">
                <a16:creationId xmlns:a16="http://schemas.microsoft.com/office/drawing/2014/main" id="{4A6CD906-9788-4678-4206-50F04FEBE290}"/>
              </a:ext>
            </a:extLst>
          </p:cNvPr>
          <p:cNvSpPr>
            <a:spLocks noGrp="1"/>
          </p:cNvSpPr>
          <p:nvPr>
            <p:ph type="pic" sz="quarter" idx="13"/>
          </p:nvPr>
        </p:nvSpPr>
        <p:spPr/>
      </p:sp>
      <p:sp>
        <p:nvSpPr>
          <p:cNvPr id="15" name="Picture Placeholder 14">
            <a:extLst>
              <a:ext uri="{FF2B5EF4-FFF2-40B4-BE49-F238E27FC236}">
                <a16:creationId xmlns:a16="http://schemas.microsoft.com/office/drawing/2014/main" id="{0A7D9764-EE06-EAAF-F598-5F469D4EBC05}"/>
              </a:ext>
            </a:extLst>
          </p:cNvPr>
          <p:cNvSpPr>
            <a:spLocks noGrp="1"/>
          </p:cNvSpPr>
          <p:nvPr>
            <p:ph type="pic" sz="quarter" idx="14"/>
          </p:nvPr>
        </p:nvSpPr>
        <p:spPr/>
      </p:sp>
    </p:spTree>
    <p:extLst>
      <p:ext uri="{BB962C8B-B14F-4D97-AF65-F5344CB8AC3E}">
        <p14:creationId xmlns:p14="http://schemas.microsoft.com/office/powerpoint/2010/main" val="3607186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9" name="Graphic 21">
            <a:extLst>
              <a:ext uri="{FF2B5EF4-FFF2-40B4-BE49-F238E27FC236}">
                <a16:creationId xmlns:a16="http://schemas.microsoft.com/office/drawing/2014/main" id="{63CB19DA-1D67-7F35-C217-9E9A22AEAF95}"/>
              </a:ext>
            </a:extLst>
          </p:cNvPr>
          <p:cNvSpPr/>
          <p:nvPr/>
        </p:nvSpPr>
        <p:spPr>
          <a:xfrm>
            <a:off x="815549" y="1416053"/>
            <a:ext cx="1546650" cy="617529"/>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 name="Rectangle 5">
            <a:extLst>
              <a:ext uri="{FF2B5EF4-FFF2-40B4-BE49-F238E27FC236}">
                <a16:creationId xmlns:a16="http://schemas.microsoft.com/office/drawing/2014/main" id="{AF9539DF-E228-DA9B-B94B-6B185F6EB214}"/>
              </a:ext>
            </a:extLst>
          </p:cNvPr>
          <p:cNvSpPr/>
          <p:nvPr/>
        </p:nvSpPr>
        <p:spPr>
          <a:xfrm>
            <a:off x="9803190" y="0"/>
            <a:ext cx="23888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Graphic 24">
            <a:extLst>
              <a:ext uri="{FF2B5EF4-FFF2-40B4-BE49-F238E27FC236}">
                <a16:creationId xmlns:a16="http://schemas.microsoft.com/office/drawing/2014/main" id="{B15B654B-F5A4-F364-D83D-79534304C4A9}"/>
              </a:ext>
            </a:extLst>
          </p:cNvPr>
          <p:cNvSpPr/>
          <p:nvPr/>
        </p:nvSpPr>
        <p:spPr>
          <a:xfrm>
            <a:off x="4278210" y="3331543"/>
            <a:ext cx="2429723" cy="2429723"/>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extBox 1">
            <a:extLst>
              <a:ext uri="{FF2B5EF4-FFF2-40B4-BE49-F238E27FC236}">
                <a16:creationId xmlns:a16="http://schemas.microsoft.com/office/drawing/2014/main" id="{B47A6F81-193B-49D8-937A-16B975924CF6}"/>
              </a:ext>
            </a:extLst>
          </p:cNvPr>
          <p:cNvSpPr txBox="1"/>
          <p:nvPr/>
        </p:nvSpPr>
        <p:spPr>
          <a:xfrm>
            <a:off x="1066799" y="2778993"/>
            <a:ext cx="1829347" cy="292388"/>
          </a:xfrm>
          <a:prstGeom prst="rect">
            <a:avLst/>
          </a:prstGeom>
          <a:noFill/>
        </p:spPr>
        <p:txBody>
          <a:bodyPr wrap="none" rtlCol="0">
            <a:spAutoFit/>
          </a:bodyPr>
          <a:lstStyle/>
          <a:p>
            <a:r>
              <a:rPr lang="en-US" sz="1300">
                <a:solidFill>
                  <a:schemeClr val="tx2"/>
                </a:solidFill>
                <a:latin typeface="Epilogue" pitchFamily="2" charset="0"/>
              </a:rPr>
              <a:t>Bootstrap Founders</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1575751"/>
            <a:ext cx="2590799"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Meet The Founders</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1066800" y="3649374"/>
            <a:ext cx="2857499" cy="1563570"/>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dirty="0" err="1">
                <a:solidFill>
                  <a:schemeClr val="tx2"/>
                </a:solidFill>
                <a:latin typeface="Epilogue" pitchFamily="2" charset="0"/>
              </a:rPr>
              <a:t>odio</a:t>
            </a:r>
            <a:r>
              <a:rPr lang="en-US" sz="1300" dirty="0">
                <a:solidFill>
                  <a:schemeClr val="tx2"/>
                </a:solidFill>
                <a:latin typeface="Epilogue" pitchFamily="2" charset="0"/>
              </a:rPr>
              <a:t> </a:t>
            </a:r>
            <a:r>
              <a:rPr lang="en-US" sz="1300" dirty="0" err="1">
                <a:solidFill>
                  <a:schemeClr val="tx2"/>
                </a:solidFill>
                <a:latin typeface="Epilogue" pitchFamily="2" charset="0"/>
              </a:rPr>
              <a:t>dignissimos</a:t>
            </a:r>
            <a:r>
              <a:rPr lang="en-US" sz="1300" dirty="0">
                <a:solidFill>
                  <a:schemeClr val="tx2"/>
                </a:solidFill>
                <a:latin typeface="Epilogue" pitchFamily="2" charset="0"/>
              </a:rPr>
              <a:t> </a:t>
            </a:r>
            <a:r>
              <a:rPr lang="en-US" sz="1300" dirty="0" err="1">
                <a:solidFill>
                  <a:schemeClr val="tx2"/>
                </a:solidFill>
                <a:latin typeface="Epilogue" pitchFamily="2" charset="0"/>
              </a:rPr>
              <a:t>ducimus</a:t>
            </a:r>
            <a:r>
              <a:rPr lang="en-US" sz="1300" dirty="0">
                <a:solidFill>
                  <a:schemeClr val="tx2"/>
                </a:solidFill>
                <a:latin typeface="Epilogue" pitchFamily="2" charset="0"/>
              </a:rPr>
              <a:t> qui </a:t>
            </a:r>
            <a:r>
              <a:rPr lang="en-US" sz="1300" dirty="0" err="1">
                <a:solidFill>
                  <a:schemeClr val="tx2"/>
                </a:solidFill>
                <a:latin typeface="Epilogue" pitchFamily="2" charset="0"/>
              </a:rPr>
              <a:t>blanditiis</a:t>
            </a:r>
            <a:r>
              <a:rPr lang="en-US" sz="1300" dirty="0">
                <a:solidFill>
                  <a:schemeClr val="tx2"/>
                </a:solidFill>
                <a:latin typeface="Epilogue" pitchFamily="2" charset="0"/>
              </a:rPr>
              <a:t> </a:t>
            </a:r>
            <a:r>
              <a:rPr lang="en-US" sz="1300" err="1">
                <a:solidFill>
                  <a:schemeClr val="tx2"/>
                </a:solidFill>
                <a:latin typeface="Epilogue" pitchFamily="2" charset="0"/>
              </a:rPr>
              <a:t>praesentium</a:t>
            </a:r>
            <a:r>
              <a:rPr lang="en-US" sz="1300">
                <a:solidFill>
                  <a:schemeClr val="tx2"/>
                </a:solidFill>
                <a:latin typeface="Epilogue" pitchFamily="2" charset="0"/>
              </a:rPr>
              <a:t> volup tatum </a:t>
            </a:r>
            <a:r>
              <a:rPr lang="en-US" sz="1300" dirty="0" err="1">
                <a:solidFill>
                  <a:schemeClr val="tx2"/>
                </a:solidFill>
                <a:latin typeface="Epilogue" pitchFamily="2" charset="0"/>
              </a:rPr>
              <a:t>deleniti</a:t>
            </a:r>
            <a:r>
              <a:rPr lang="en-US" sz="1300" dirty="0">
                <a:solidFill>
                  <a:schemeClr val="tx2"/>
                </a:solidFill>
                <a:latin typeface="Epilogue" pitchFamily="2" charset="0"/>
              </a:rPr>
              <a:t> </a:t>
            </a:r>
            <a:r>
              <a:rPr lang="en-US" sz="1300" dirty="0" err="1">
                <a:solidFill>
                  <a:schemeClr val="tx2"/>
                </a:solidFill>
                <a:latin typeface="Epilogue" pitchFamily="2" charset="0"/>
              </a:rPr>
              <a:t>atque</a:t>
            </a:r>
            <a:r>
              <a:rPr lang="en-US" sz="1300" dirty="0">
                <a:solidFill>
                  <a:schemeClr val="tx2"/>
                </a:solidFill>
                <a:latin typeface="Epilogue" pitchFamily="2" charset="0"/>
              </a:rPr>
              <a:t> </a:t>
            </a:r>
            <a:r>
              <a:rPr lang="en-US" sz="1300" dirty="0" err="1">
                <a:solidFill>
                  <a:schemeClr val="tx2"/>
                </a:solidFill>
                <a:latin typeface="Epilogue" pitchFamily="2" charset="0"/>
              </a:rPr>
              <a:t>corrupti</a:t>
            </a:r>
            <a:r>
              <a:rPr lang="en-US" sz="1300" dirty="0">
                <a:solidFill>
                  <a:schemeClr val="tx2"/>
                </a:solidFill>
                <a:latin typeface="Epilogue" pitchFamily="2" charset="0"/>
              </a:rPr>
              <a:t> quos </a:t>
            </a:r>
            <a:r>
              <a:rPr lang="en-US" sz="1300" dirty="0" err="1">
                <a:solidFill>
                  <a:schemeClr val="tx2"/>
                </a:solidFill>
                <a:latin typeface="Epilogue" pitchFamily="2" charset="0"/>
              </a:rPr>
              <a:t>dolores</a:t>
            </a:r>
            <a:r>
              <a:rPr lang="en-US" sz="1300" dirty="0">
                <a:solidFill>
                  <a:schemeClr val="tx2"/>
                </a:solidFill>
                <a:latin typeface="Epilogue" pitchFamily="2" charset="0"/>
              </a:rPr>
              <a:t> et </a:t>
            </a:r>
            <a:r>
              <a:rPr lang="en-US" sz="1300" dirty="0" err="1">
                <a:solidFill>
                  <a:schemeClr val="tx2"/>
                </a:solidFill>
                <a:latin typeface="Epilogue" pitchFamily="2" charset="0"/>
              </a:rPr>
              <a:t>quas</a:t>
            </a:r>
            <a:r>
              <a:rPr lang="en-US" sz="1300" dirty="0">
                <a:solidFill>
                  <a:schemeClr val="tx2"/>
                </a:solidFill>
                <a:latin typeface="Epilogue" pitchFamily="2" charset="0"/>
              </a:rPr>
              <a:t> </a:t>
            </a:r>
            <a:r>
              <a:rPr lang="en-US" sz="1300" err="1">
                <a:solidFill>
                  <a:schemeClr val="tx2"/>
                </a:solidFill>
                <a:latin typeface="Epilogue" pitchFamily="2" charset="0"/>
              </a:rPr>
              <a:t>molestias</a:t>
            </a:r>
            <a:r>
              <a:rPr lang="en-US" sz="1300">
                <a:solidFill>
                  <a:schemeClr val="tx2"/>
                </a:solidFill>
                <a:latin typeface="Epilogue" pitchFamily="2" charset="0"/>
              </a:rPr>
              <a:t>.</a:t>
            </a:r>
            <a:endParaRPr lang="en-US" sz="1300" b="0" dirty="0">
              <a:solidFill>
                <a:schemeClr val="tx2"/>
              </a:solidFill>
              <a:effectLst/>
              <a:latin typeface="Epilogue" pitchFamily="2" charset="0"/>
            </a:endParaRPr>
          </a:p>
        </p:txBody>
      </p:sp>
      <p:sp>
        <p:nvSpPr>
          <p:cNvPr id="5" name="Picture Placeholder 4">
            <a:extLst>
              <a:ext uri="{FF2B5EF4-FFF2-40B4-BE49-F238E27FC236}">
                <a16:creationId xmlns:a16="http://schemas.microsoft.com/office/drawing/2014/main" id="{902F96B6-7F31-43EC-270D-2C69138E99CB}"/>
              </a:ext>
            </a:extLst>
          </p:cNvPr>
          <p:cNvSpPr>
            <a:spLocks noGrp="1"/>
          </p:cNvSpPr>
          <p:nvPr>
            <p:ph type="pic" sz="quarter" idx="10"/>
          </p:nvPr>
        </p:nvSpPr>
        <p:spPr/>
      </p:sp>
      <p:sp>
        <p:nvSpPr>
          <p:cNvPr id="8" name="Picture Placeholder 7">
            <a:extLst>
              <a:ext uri="{FF2B5EF4-FFF2-40B4-BE49-F238E27FC236}">
                <a16:creationId xmlns:a16="http://schemas.microsoft.com/office/drawing/2014/main" id="{D5644FEC-CE25-D786-174F-FAC494ABC24C}"/>
              </a:ext>
            </a:extLst>
          </p:cNvPr>
          <p:cNvSpPr>
            <a:spLocks noGrp="1"/>
          </p:cNvSpPr>
          <p:nvPr>
            <p:ph type="pic" sz="quarter" idx="11"/>
          </p:nvPr>
        </p:nvSpPr>
        <p:spPr/>
      </p:sp>
      <p:sp>
        <p:nvSpPr>
          <p:cNvPr id="36" name="Rectangle: Diagonal Corners Rounded 35">
            <a:extLst>
              <a:ext uri="{FF2B5EF4-FFF2-40B4-BE49-F238E27FC236}">
                <a16:creationId xmlns:a16="http://schemas.microsoft.com/office/drawing/2014/main" id="{124EE727-394B-E1F0-959F-D7A55294ED33}"/>
              </a:ext>
            </a:extLst>
          </p:cNvPr>
          <p:cNvSpPr/>
          <p:nvPr/>
        </p:nvSpPr>
        <p:spPr>
          <a:xfrm>
            <a:off x="5355260" y="3729090"/>
            <a:ext cx="1683870" cy="1495425"/>
          </a:xfrm>
          <a:prstGeom prst="round2DiagRect">
            <a:avLst>
              <a:gd name="adj1" fmla="val 9887"/>
              <a:gd name="adj2" fmla="val 23470"/>
            </a:avLst>
          </a:prstGeom>
          <a:solidFill>
            <a:schemeClr val="bg2"/>
          </a:solidFill>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9336A523-3D77-2E08-9103-A5FFF51C541F}"/>
              </a:ext>
            </a:extLst>
          </p:cNvPr>
          <p:cNvSpPr txBox="1"/>
          <p:nvPr/>
        </p:nvSpPr>
        <p:spPr>
          <a:xfrm>
            <a:off x="5551803" y="4460488"/>
            <a:ext cx="1229824" cy="292388"/>
          </a:xfrm>
          <a:prstGeom prst="rect">
            <a:avLst/>
          </a:prstGeom>
        </p:spPr>
        <p:txBody>
          <a:bodyPr wrap="none" rtlCol="0">
            <a:spAutoFit/>
          </a:bodyPr>
          <a:lstStyle/>
          <a:p>
            <a:r>
              <a:rPr lang="en-US" sz="1300" b="1">
                <a:solidFill>
                  <a:schemeClr val="tx2"/>
                </a:solidFill>
                <a:latin typeface="Epilogue" pitchFamily="2" charset="0"/>
              </a:rPr>
              <a:t>Jason Smith</a:t>
            </a:r>
            <a:endParaRPr lang="en-US" sz="1300" b="1" dirty="0">
              <a:solidFill>
                <a:schemeClr val="tx2"/>
              </a:solidFill>
              <a:latin typeface="Epilogue" pitchFamily="2" charset="0"/>
            </a:endParaRPr>
          </a:p>
        </p:txBody>
      </p:sp>
      <p:sp>
        <p:nvSpPr>
          <p:cNvPr id="38" name="TextBox 37">
            <a:extLst>
              <a:ext uri="{FF2B5EF4-FFF2-40B4-BE49-F238E27FC236}">
                <a16:creationId xmlns:a16="http://schemas.microsoft.com/office/drawing/2014/main" id="{08FCA566-E1DF-025F-17F3-5509CE90ABC9}"/>
              </a:ext>
            </a:extLst>
          </p:cNvPr>
          <p:cNvSpPr txBox="1"/>
          <p:nvPr/>
        </p:nvSpPr>
        <p:spPr>
          <a:xfrm>
            <a:off x="5551803" y="4752876"/>
            <a:ext cx="1428596" cy="292388"/>
          </a:xfrm>
          <a:prstGeom prst="rect">
            <a:avLst/>
          </a:prstGeom>
        </p:spPr>
        <p:txBody>
          <a:bodyPr wrap="none" rtlCol="0">
            <a:spAutoFit/>
          </a:bodyPr>
          <a:lstStyle/>
          <a:p>
            <a:r>
              <a:rPr lang="en-US" sz="1300">
                <a:solidFill>
                  <a:schemeClr val="tx2"/>
                </a:solidFill>
                <a:latin typeface="Epilogue" pitchFamily="2" charset="0"/>
              </a:rPr>
              <a:t>CEO &amp; Founder</a:t>
            </a:r>
            <a:endParaRPr lang="en-US" sz="1300" dirty="0">
              <a:solidFill>
                <a:schemeClr val="tx2"/>
              </a:solidFill>
              <a:latin typeface="Epilogue" pitchFamily="2" charset="0"/>
            </a:endParaRPr>
          </a:p>
        </p:txBody>
      </p:sp>
      <p:pic>
        <p:nvPicPr>
          <p:cNvPr id="39" name="Graphic 38">
            <a:extLst>
              <a:ext uri="{FF2B5EF4-FFF2-40B4-BE49-F238E27FC236}">
                <a16:creationId xmlns:a16="http://schemas.microsoft.com/office/drawing/2014/main" id="{AA102DD7-1316-5E0C-C76F-187EC8BC91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21653" y="3960843"/>
            <a:ext cx="304800" cy="304800"/>
          </a:xfrm>
          <a:prstGeom prst="rect">
            <a:avLst/>
          </a:prstGeom>
        </p:spPr>
      </p:pic>
      <p:sp>
        <p:nvSpPr>
          <p:cNvPr id="40" name="Rectangle: Diagonal Corners Rounded 39">
            <a:extLst>
              <a:ext uri="{FF2B5EF4-FFF2-40B4-BE49-F238E27FC236}">
                <a16:creationId xmlns:a16="http://schemas.microsoft.com/office/drawing/2014/main" id="{3037029B-BADF-C410-E83D-08202ED118F1}"/>
              </a:ext>
            </a:extLst>
          </p:cNvPr>
          <p:cNvSpPr/>
          <p:nvPr/>
        </p:nvSpPr>
        <p:spPr>
          <a:xfrm>
            <a:off x="8561168" y="4676391"/>
            <a:ext cx="1683870" cy="1495425"/>
          </a:xfrm>
          <a:prstGeom prst="round2DiagRect">
            <a:avLst>
              <a:gd name="adj1" fmla="val 9887"/>
              <a:gd name="adj2" fmla="val 23470"/>
            </a:avLst>
          </a:prstGeom>
          <a:solidFill>
            <a:schemeClr val="bg2"/>
          </a:solidFill>
          <a:ln>
            <a:no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B667BC21-7EF3-7C12-D809-6F81C44E644A}"/>
              </a:ext>
            </a:extLst>
          </p:cNvPr>
          <p:cNvSpPr txBox="1"/>
          <p:nvPr/>
        </p:nvSpPr>
        <p:spPr>
          <a:xfrm>
            <a:off x="8757711" y="5407789"/>
            <a:ext cx="1045479" cy="292388"/>
          </a:xfrm>
          <a:prstGeom prst="rect">
            <a:avLst/>
          </a:prstGeom>
        </p:spPr>
        <p:txBody>
          <a:bodyPr wrap="none" rtlCol="0">
            <a:spAutoFit/>
          </a:bodyPr>
          <a:lstStyle/>
          <a:p>
            <a:r>
              <a:rPr lang="en-US" sz="1300" b="1">
                <a:solidFill>
                  <a:schemeClr val="tx2"/>
                </a:solidFill>
                <a:latin typeface="Epilogue" pitchFamily="2" charset="0"/>
              </a:rPr>
              <a:t>John Slow</a:t>
            </a:r>
            <a:endParaRPr lang="en-US" sz="1300" b="1" dirty="0">
              <a:solidFill>
                <a:schemeClr val="tx2"/>
              </a:solidFill>
              <a:latin typeface="Epilogue" pitchFamily="2" charset="0"/>
            </a:endParaRPr>
          </a:p>
        </p:txBody>
      </p:sp>
      <p:sp>
        <p:nvSpPr>
          <p:cNvPr id="42" name="TextBox 41">
            <a:extLst>
              <a:ext uri="{FF2B5EF4-FFF2-40B4-BE49-F238E27FC236}">
                <a16:creationId xmlns:a16="http://schemas.microsoft.com/office/drawing/2014/main" id="{72553E57-6D8F-E547-7517-BBC97A003CC9}"/>
              </a:ext>
            </a:extLst>
          </p:cNvPr>
          <p:cNvSpPr txBox="1"/>
          <p:nvPr/>
        </p:nvSpPr>
        <p:spPr>
          <a:xfrm>
            <a:off x="8757711" y="5700177"/>
            <a:ext cx="1159292" cy="292388"/>
          </a:xfrm>
          <a:prstGeom prst="rect">
            <a:avLst/>
          </a:prstGeom>
        </p:spPr>
        <p:txBody>
          <a:bodyPr wrap="none" rtlCol="0">
            <a:spAutoFit/>
          </a:bodyPr>
          <a:lstStyle/>
          <a:p>
            <a:r>
              <a:rPr lang="en-US" sz="1300">
                <a:solidFill>
                  <a:schemeClr val="tx2"/>
                </a:solidFill>
                <a:latin typeface="Epilogue" pitchFamily="2" charset="0"/>
              </a:rPr>
              <a:t>Co-Founder</a:t>
            </a:r>
            <a:endParaRPr lang="en-US" sz="1300" dirty="0">
              <a:solidFill>
                <a:schemeClr val="tx2"/>
              </a:solidFill>
              <a:latin typeface="Epilogue" pitchFamily="2" charset="0"/>
            </a:endParaRPr>
          </a:p>
        </p:txBody>
      </p:sp>
      <p:pic>
        <p:nvPicPr>
          <p:cNvPr id="43" name="Graphic 42">
            <a:extLst>
              <a:ext uri="{FF2B5EF4-FFF2-40B4-BE49-F238E27FC236}">
                <a16:creationId xmlns:a16="http://schemas.microsoft.com/office/drawing/2014/main" id="{23BF13FB-E74C-00FB-DF5C-40BAEEAF86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27561" y="4908144"/>
            <a:ext cx="304800" cy="304800"/>
          </a:xfrm>
          <a:prstGeom prst="rect">
            <a:avLst/>
          </a:prstGeom>
        </p:spPr>
      </p:pic>
      <p:sp>
        <p:nvSpPr>
          <p:cNvPr id="48" name="Graphic 15">
            <a:extLst>
              <a:ext uri="{FF2B5EF4-FFF2-40B4-BE49-F238E27FC236}">
                <a16:creationId xmlns:a16="http://schemas.microsoft.com/office/drawing/2014/main" id="{3820BF8E-0136-3F33-3948-362ACE2FFA36}"/>
              </a:ext>
            </a:extLst>
          </p:cNvPr>
          <p:cNvSpPr/>
          <p:nvPr/>
        </p:nvSpPr>
        <p:spPr>
          <a:xfrm>
            <a:off x="9801517" y="578495"/>
            <a:ext cx="1994512" cy="1994512"/>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76CA752-335F-9B35-9969-7FF55E07ADF7}"/>
              </a:ext>
            </a:extLst>
          </p:cNvPr>
          <p:cNvSpPr/>
          <p:nvPr/>
        </p:nvSpPr>
        <p:spPr>
          <a:xfrm>
            <a:off x="4375525" y="1300692"/>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58294E1E-CAB8-748E-E36C-45067AC87FD0}"/>
              </a:ext>
            </a:extLst>
          </p:cNvPr>
          <p:cNvSpPr/>
          <p:nvPr/>
        </p:nvSpPr>
        <p:spPr>
          <a:xfrm>
            <a:off x="4660403" y="1443131"/>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60921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6" name="Graphic 15">
            <a:extLst>
              <a:ext uri="{FF2B5EF4-FFF2-40B4-BE49-F238E27FC236}">
                <a16:creationId xmlns:a16="http://schemas.microsoft.com/office/drawing/2014/main" id="{9D085A07-DC52-2781-8B4C-78146F831A10}"/>
              </a:ext>
            </a:extLst>
          </p:cNvPr>
          <p:cNvSpPr/>
          <p:nvPr/>
        </p:nvSpPr>
        <p:spPr>
          <a:xfrm>
            <a:off x="7847569" y="690498"/>
            <a:ext cx="2590080" cy="2590080"/>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5248653" y="1336829"/>
            <a:ext cx="1694695" cy="292388"/>
          </a:xfrm>
          <a:prstGeom prst="rect">
            <a:avLst/>
          </a:prstGeom>
          <a:noFill/>
        </p:spPr>
        <p:txBody>
          <a:bodyPr wrap="none" rtlCol="0">
            <a:spAutoFit/>
          </a:bodyPr>
          <a:lstStyle/>
          <a:p>
            <a:pPr algn="ctr"/>
            <a:r>
              <a:rPr lang="en-US" sz="1300">
                <a:solidFill>
                  <a:schemeClr val="tx2"/>
                </a:solidFill>
                <a:latin typeface="Epilogue" pitchFamily="2" charset="0"/>
              </a:rPr>
              <a:t>Our Creative Team</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4565650" y="690498"/>
            <a:ext cx="3060700" cy="646331"/>
          </a:xfrm>
          <a:prstGeom prst="rect">
            <a:avLst/>
          </a:prstGeom>
          <a:noFill/>
        </p:spPr>
        <p:txBody>
          <a:bodyPr wrap="square" rtlCol="0">
            <a:spAutoFit/>
          </a:bodyPr>
          <a:lstStyle/>
          <a:p>
            <a:pPr algn="ctr"/>
            <a:r>
              <a:rPr lang="en-US" sz="3600" b="1">
                <a:solidFill>
                  <a:schemeClr val="tx2"/>
                </a:solidFill>
                <a:latin typeface="Epilogue" pitchFamily="2" charset="0"/>
                <a:cs typeface="Rubik" pitchFamily="2" charset="-79"/>
              </a:rPr>
              <a:t>Super Team</a:t>
            </a:r>
            <a:endParaRPr lang="en-US" sz="3600" b="1" dirty="0">
              <a:solidFill>
                <a:schemeClr val="tx2"/>
              </a:solidFill>
              <a:latin typeface="Epilogue" pitchFamily="2" charset="0"/>
              <a:cs typeface="Rubik" pitchFamily="2" charset="-79"/>
            </a:endParaRPr>
          </a:p>
        </p:txBody>
      </p:sp>
      <p:sp>
        <p:nvSpPr>
          <p:cNvPr id="22" name="Rectangle: Top Corners Rounded 21">
            <a:extLst>
              <a:ext uri="{FF2B5EF4-FFF2-40B4-BE49-F238E27FC236}">
                <a16:creationId xmlns:a16="http://schemas.microsoft.com/office/drawing/2014/main" id="{9A9D89AD-F283-314A-4269-91F43F35E9AB}"/>
              </a:ext>
            </a:extLst>
          </p:cNvPr>
          <p:cNvSpPr/>
          <p:nvPr/>
        </p:nvSpPr>
        <p:spPr>
          <a:xfrm>
            <a:off x="0" y="4089400"/>
            <a:ext cx="12192000" cy="2768600"/>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4E010C8-E54C-A08E-1FE1-4C1F24DAF17A}"/>
              </a:ext>
            </a:extLst>
          </p:cNvPr>
          <p:cNvSpPr txBox="1"/>
          <p:nvPr/>
        </p:nvSpPr>
        <p:spPr>
          <a:xfrm>
            <a:off x="1724020" y="5547449"/>
            <a:ext cx="1069524" cy="292388"/>
          </a:xfrm>
          <a:prstGeom prst="rect">
            <a:avLst/>
          </a:prstGeom>
        </p:spPr>
        <p:txBody>
          <a:bodyPr wrap="none" rtlCol="0">
            <a:spAutoFit/>
          </a:bodyPr>
          <a:lstStyle/>
          <a:p>
            <a:pPr algn="ctr"/>
            <a:r>
              <a:rPr lang="en-US" sz="1300" b="1">
                <a:solidFill>
                  <a:schemeClr val="bg2"/>
                </a:solidFill>
                <a:latin typeface="Epilogue" pitchFamily="2" charset="0"/>
              </a:rPr>
              <a:t>Sam Scott</a:t>
            </a:r>
            <a:endParaRPr lang="en-US" sz="1300" b="1" dirty="0">
              <a:solidFill>
                <a:schemeClr val="bg2"/>
              </a:solidFill>
              <a:latin typeface="Epilogue" pitchFamily="2" charset="0"/>
            </a:endParaRPr>
          </a:p>
        </p:txBody>
      </p:sp>
      <p:sp>
        <p:nvSpPr>
          <p:cNvPr id="25" name="TextBox 24">
            <a:extLst>
              <a:ext uri="{FF2B5EF4-FFF2-40B4-BE49-F238E27FC236}">
                <a16:creationId xmlns:a16="http://schemas.microsoft.com/office/drawing/2014/main" id="{32A343AB-E3FF-1F5E-3C3A-63A3EF1DC8DE}"/>
              </a:ext>
            </a:extLst>
          </p:cNvPr>
          <p:cNvSpPr txBox="1"/>
          <p:nvPr/>
        </p:nvSpPr>
        <p:spPr>
          <a:xfrm>
            <a:off x="1548491" y="5839837"/>
            <a:ext cx="1420582" cy="292388"/>
          </a:xfrm>
          <a:prstGeom prst="rect">
            <a:avLst/>
          </a:prstGeom>
        </p:spPr>
        <p:txBody>
          <a:bodyPr wrap="none" rtlCol="0">
            <a:spAutoFit/>
          </a:bodyPr>
          <a:lstStyle/>
          <a:p>
            <a:pPr algn="ctr"/>
            <a:r>
              <a:rPr lang="en-US" sz="1300">
                <a:solidFill>
                  <a:schemeClr val="bg2"/>
                </a:solidFill>
                <a:latin typeface="Epilogue" pitchFamily="2" charset="0"/>
              </a:rPr>
              <a:t>Head Of Design</a:t>
            </a:r>
            <a:endParaRPr lang="en-US" sz="1300" dirty="0">
              <a:solidFill>
                <a:schemeClr val="bg2"/>
              </a:solidFill>
              <a:latin typeface="Epilogue" pitchFamily="2" charset="0"/>
            </a:endParaRPr>
          </a:p>
        </p:txBody>
      </p:sp>
      <p:sp>
        <p:nvSpPr>
          <p:cNvPr id="36" name="TextBox 35">
            <a:extLst>
              <a:ext uri="{FF2B5EF4-FFF2-40B4-BE49-F238E27FC236}">
                <a16:creationId xmlns:a16="http://schemas.microsoft.com/office/drawing/2014/main" id="{2F379990-5EC2-DEEC-2A71-53297D945AD2}"/>
              </a:ext>
            </a:extLst>
          </p:cNvPr>
          <p:cNvSpPr txBox="1"/>
          <p:nvPr/>
        </p:nvSpPr>
        <p:spPr>
          <a:xfrm>
            <a:off x="4213913" y="5186879"/>
            <a:ext cx="1208985" cy="292388"/>
          </a:xfrm>
          <a:prstGeom prst="rect">
            <a:avLst/>
          </a:prstGeom>
        </p:spPr>
        <p:txBody>
          <a:bodyPr wrap="none" rtlCol="0">
            <a:spAutoFit/>
          </a:bodyPr>
          <a:lstStyle/>
          <a:p>
            <a:pPr algn="ctr"/>
            <a:r>
              <a:rPr lang="en-US" sz="1300" b="1">
                <a:solidFill>
                  <a:schemeClr val="bg2"/>
                </a:solidFill>
                <a:latin typeface="Epilogue" pitchFamily="2" charset="0"/>
              </a:rPr>
              <a:t>Martin Rose</a:t>
            </a:r>
            <a:endParaRPr lang="en-US" sz="1300" b="1" dirty="0">
              <a:solidFill>
                <a:schemeClr val="bg2"/>
              </a:solidFill>
              <a:latin typeface="Epilogue" pitchFamily="2" charset="0"/>
            </a:endParaRPr>
          </a:p>
        </p:txBody>
      </p:sp>
      <p:sp>
        <p:nvSpPr>
          <p:cNvPr id="37" name="TextBox 36">
            <a:extLst>
              <a:ext uri="{FF2B5EF4-FFF2-40B4-BE49-F238E27FC236}">
                <a16:creationId xmlns:a16="http://schemas.microsoft.com/office/drawing/2014/main" id="{18188858-1744-BA50-4FBD-8D56AF628454}"/>
              </a:ext>
            </a:extLst>
          </p:cNvPr>
          <p:cNvSpPr txBox="1"/>
          <p:nvPr/>
        </p:nvSpPr>
        <p:spPr>
          <a:xfrm>
            <a:off x="4015140" y="5479267"/>
            <a:ext cx="1606530" cy="292388"/>
          </a:xfrm>
          <a:prstGeom prst="rect">
            <a:avLst/>
          </a:prstGeom>
        </p:spPr>
        <p:txBody>
          <a:bodyPr wrap="none" rtlCol="0">
            <a:spAutoFit/>
          </a:bodyPr>
          <a:lstStyle/>
          <a:p>
            <a:pPr algn="ctr"/>
            <a:r>
              <a:rPr lang="en-US" sz="1300">
                <a:solidFill>
                  <a:schemeClr val="bg2"/>
                </a:solidFill>
                <a:latin typeface="Epilogue" pitchFamily="2" charset="0"/>
              </a:rPr>
              <a:t>Product Designer</a:t>
            </a:r>
            <a:endParaRPr lang="en-US" sz="1300" dirty="0">
              <a:solidFill>
                <a:schemeClr val="bg2"/>
              </a:solidFill>
              <a:latin typeface="Epilogue" pitchFamily="2" charset="0"/>
            </a:endParaRPr>
          </a:p>
        </p:txBody>
      </p:sp>
      <p:sp>
        <p:nvSpPr>
          <p:cNvPr id="40" name="TextBox 39">
            <a:extLst>
              <a:ext uri="{FF2B5EF4-FFF2-40B4-BE49-F238E27FC236}">
                <a16:creationId xmlns:a16="http://schemas.microsoft.com/office/drawing/2014/main" id="{4E9B4290-56C5-D465-517D-9EBF7AD1DE7B}"/>
              </a:ext>
            </a:extLst>
          </p:cNvPr>
          <p:cNvSpPr txBox="1"/>
          <p:nvPr/>
        </p:nvSpPr>
        <p:spPr>
          <a:xfrm>
            <a:off x="6771131" y="5559628"/>
            <a:ext cx="1213794" cy="292388"/>
          </a:xfrm>
          <a:prstGeom prst="rect">
            <a:avLst/>
          </a:prstGeom>
        </p:spPr>
        <p:txBody>
          <a:bodyPr wrap="none" rtlCol="0">
            <a:spAutoFit/>
          </a:bodyPr>
          <a:lstStyle/>
          <a:p>
            <a:pPr algn="ctr"/>
            <a:r>
              <a:rPr lang="en-US" sz="1300" b="1">
                <a:solidFill>
                  <a:schemeClr val="bg2"/>
                </a:solidFill>
                <a:latin typeface="Epilogue" pitchFamily="2" charset="0"/>
              </a:rPr>
              <a:t>Daniel Blake</a:t>
            </a:r>
            <a:endParaRPr lang="en-US" sz="1300" b="1" dirty="0">
              <a:solidFill>
                <a:schemeClr val="bg2"/>
              </a:solidFill>
              <a:latin typeface="Epilogue" pitchFamily="2" charset="0"/>
            </a:endParaRPr>
          </a:p>
        </p:txBody>
      </p:sp>
      <p:sp>
        <p:nvSpPr>
          <p:cNvPr id="41" name="TextBox 40">
            <a:extLst>
              <a:ext uri="{FF2B5EF4-FFF2-40B4-BE49-F238E27FC236}">
                <a16:creationId xmlns:a16="http://schemas.microsoft.com/office/drawing/2014/main" id="{87A7FD39-5A42-D7BF-A12D-21F00B5F8F60}"/>
              </a:ext>
            </a:extLst>
          </p:cNvPr>
          <p:cNvSpPr txBox="1"/>
          <p:nvPr/>
        </p:nvSpPr>
        <p:spPr>
          <a:xfrm>
            <a:off x="6829641" y="5852016"/>
            <a:ext cx="1096774" cy="292388"/>
          </a:xfrm>
          <a:prstGeom prst="rect">
            <a:avLst/>
          </a:prstGeom>
        </p:spPr>
        <p:txBody>
          <a:bodyPr wrap="none" rtlCol="0">
            <a:spAutoFit/>
          </a:bodyPr>
          <a:lstStyle/>
          <a:p>
            <a:pPr algn="ctr"/>
            <a:r>
              <a:rPr lang="en-US" sz="1300">
                <a:solidFill>
                  <a:schemeClr val="bg2"/>
                </a:solidFill>
                <a:latin typeface="Epilogue" pitchFamily="2" charset="0"/>
              </a:rPr>
              <a:t>UI Designer</a:t>
            </a:r>
            <a:endParaRPr lang="en-US" sz="1300" dirty="0">
              <a:solidFill>
                <a:schemeClr val="bg2"/>
              </a:solidFill>
              <a:latin typeface="Epilogue" pitchFamily="2" charset="0"/>
            </a:endParaRPr>
          </a:p>
        </p:txBody>
      </p:sp>
      <p:sp>
        <p:nvSpPr>
          <p:cNvPr id="44" name="TextBox 43">
            <a:extLst>
              <a:ext uri="{FF2B5EF4-FFF2-40B4-BE49-F238E27FC236}">
                <a16:creationId xmlns:a16="http://schemas.microsoft.com/office/drawing/2014/main" id="{88710809-6190-B087-CB9C-5297140C17F6}"/>
              </a:ext>
            </a:extLst>
          </p:cNvPr>
          <p:cNvSpPr txBox="1"/>
          <p:nvPr/>
        </p:nvSpPr>
        <p:spPr>
          <a:xfrm>
            <a:off x="9366020" y="5199058"/>
            <a:ext cx="1143262" cy="292388"/>
          </a:xfrm>
          <a:prstGeom prst="rect">
            <a:avLst/>
          </a:prstGeom>
        </p:spPr>
        <p:txBody>
          <a:bodyPr wrap="none" rtlCol="0">
            <a:spAutoFit/>
          </a:bodyPr>
          <a:lstStyle/>
          <a:p>
            <a:pPr algn="ctr"/>
            <a:r>
              <a:rPr lang="en-US" sz="1300" b="1">
                <a:solidFill>
                  <a:schemeClr val="bg2"/>
                </a:solidFill>
                <a:latin typeface="Epilogue" pitchFamily="2" charset="0"/>
              </a:rPr>
              <a:t>Dave Jorge</a:t>
            </a:r>
            <a:endParaRPr lang="en-US" sz="1300" b="1" dirty="0">
              <a:solidFill>
                <a:schemeClr val="bg2"/>
              </a:solidFill>
              <a:latin typeface="Epilogue" pitchFamily="2" charset="0"/>
            </a:endParaRPr>
          </a:p>
        </p:txBody>
      </p:sp>
      <p:sp>
        <p:nvSpPr>
          <p:cNvPr id="45" name="TextBox 44">
            <a:extLst>
              <a:ext uri="{FF2B5EF4-FFF2-40B4-BE49-F238E27FC236}">
                <a16:creationId xmlns:a16="http://schemas.microsoft.com/office/drawing/2014/main" id="{0A61F9D6-1D85-108F-438A-2329FC46FC90}"/>
              </a:ext>
            </a:extLst>
          </p:cNvPr>
          <p:cNvSpPr txBox="1"/>
          <p:nvPr/>
        </p:nvSpPr>
        <p:spPr>
          <a:xfrm>
            <a:off x="9358806" y="5491446"/>
            <a:ext cx="1157689" cy="292388"/>
          </a:xfrm>
          <a:prstGeom prst="rect">
            <a:avLst/>
          </a:prstGeom>
        </p:spPr>
        <p:txBody>
          <a:bodyPr wrap="none" rtlCol="0">
            <a:spAutoFit/>
          </a:bodyPr>
          <a:lstStyle/>
          <a:p>
            <a:pPr algn="ctr"/>
            <a:r>
              <a:rPr lang="en-US" sz="1300">
                <a:solidFill>
                  <a:schemeClr val="bg2"/>
                </a:solidFill>
                <a:latin typeface="Epilogue" pitchFamily="2" charset="0"/>
              </a:rPr>
              <a:t>UX Designer</a:t>
            </a:r>
            <a:endParaRPr lang="en-US" sz="1300" dirty="0">
              <a:solidFill>
                <a:schemeClr val="bg2"/>
              </a:solidFill>
              <a:latin typeface="Epilogue" pitchFamily="2" charset="0"/>
            </a:endParaRPr>
          </a:p>
        </p:txBody>
      </p:sp>
      <p:sp>
        <p:nvSpPr>
          <p:cNvPr id="57" name="Graphic 24">
            <a:extLst>
              <a:ext uri="{FF2B5EF4-FFF2-40B4-BE49-F238E27FC236}">
                <a16:creationId xmlns:a16="http://schemas.microsoft.com/office/drawing/2014/main" id="{2F2D8653-E1E2-91C8-7D44-9347AA3105C7}"/>
              </a:ext>
            </a:extLst>
          </p:cNvPr>
          <p:cNvSpPr/>
          <p:nvPr/>
        </p:nvSpPr>
        <p:spPr>
          <a:xfrm>
            <a:off x="412094" y="-848465"/>
            <a:ext cx="2477682" cy="247768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59" name="Freeform: Shape 58">
            <a:extLst>
              <a:ext uri="{FF2B5EF4-FFF2-40B4-BE49-F238E27FC236}">
                <a16:creationId xmlns:a16="http://schemas.microsoft.com/office/drawing/2014/main" id="{BE3A0B96-DC34-B1CB-DAB7-F0BD7CDBCDDB}"/>
              </a:ext>
            </a:extLst>
          </p:cNvPr>
          <p:cNvSpPr/>
          <p:nvPr/>
        </p:nvSpPr>
        <p:spPr>
          <a:xfrm>
            <a:off x="11034197" y="4983018"/>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324292FD-2DB2-7A09-0202-958F42BAC81F}"/>
              </a:ext>
            </a:extLst>
          </p:cNvPr>
          <p:cNvSpPr/>
          <p:nvPr/>
        </p:nvSpPr>
        <p:spPr>
          <a:xfrm>
            <a:off x="11319075" y="5125457"/>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5EC93CF8-CE66-0EFF-604A-BE30F204EF1A}"/>
              </a:ext>
            </a:extLst>
          </p:cNvPr>
          <p:cNvSpPr/>
          <p:nvPr/>
        </p:nvSpPr>
        <p:spPr>
          <a:xfrm>
            <a:off x="3437432" y="5839837"/>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Picture Placeholder 4">
            <a:extLst>
              <a:ext uri="{FF2B5EF4-FFF2-40B4-BE49-F238E27FC236}">
                <a16:creationId xmlns:a16="http://schemas.microsoft.com/office/drawing/2014/main" id="{DE621B60-C1A2-F97D-1DEA-6121DB43DB98}"/>
              </a:ext>
            </a:extLst>
          </p:cNvPr>
          <p:cNvSpPr>
            <a:spLocks noGrp="1"/>
          </p:cNvSpPr>
          <p:nvPr>
            <p:ph type="pic" sz="quarter" idx="10"/>
          </p:nvPr>
        </p:nvSpPr>
        <p:spPr/>
      </p:sp>
      <p:sp>
        <p:nvSpPr>
          <p:cNvPr id="7" name="Picture Placeholder 6">
            <a:extLst>
              <a:ext uri="{FF2B5EF4-FFF2-40B4-BE49-F238E27FC236}">
                <a16:creationId xmlns:a16="http://schemas.microsoft.com/office/drawing/2014/main" id="{A78006FB-FC75-241A-022A-C072492E51E8}"/>
              </a:ext>
            </a:extLst>
          </p:cNvPr>
          <p:cNvSpPr>
            <a:spLocks noGrp="1"/>
          </p:cNvSpPr>
          <p:nvPr>
            <p:ph type="pic" sz="quarter" idx="11"/>
          </p:nvPr>
        </p:nvSpPr>
        <p:spPr/>
      </p:sp>
      <p:sp>
        <p:nvSpPr>
          <p:cNvPr id="9" name="Picture Placeholder 8">
            <a:extLst>
              <a:ext uri="{FF2B5EF4-FFF2-40B4-BE49-F238E27FC236}">
                <a16:creationId xmlns:a16="http://schemas.microsoft.com/office/drawing/2014/main" id="{02AD3022-7285-05E6-B769-A6839B121BBE}"/>
              </a:ext>
            </a:extLst>
          </p:cNvPr>
          <p:cNvSpPr>
            <a:spLocks noGrp="1"/>
          </p:cNvSpPr>
          <p:nvPr>
            <p:ph type="pic" sz="quarter" idx="12"/>
          </p:nvPr>
        </p:nvSpPr>
        <p:spPr/>
      </p:sp>
      <p:sp>
        <p:nvSpPr>
          <p:cNvPr id="11" name="Picture Placeholder 10">
            <a:extLst>
              <a:ext uri="{FF2B5EF4-FFF2-40B4-BE49-F238E27FC236}">
                <a16:creationId xmlns:a16="http://schemas.microsoft.com/office/drawing/2014/main" id="{5969646F-09EF-CFC5-8A10-08E59979C954}"/>
              </a:ext>
            </a:extLst>
          </p:cNvPr>
          <p:cNvSpPr>
            <a:spLocks noGrp="1"/>
          </p:cNvSpPr>
          <p:nvPr>
            <p:ph type="pic" sz="quarter" idx="13"/>
          </p:nvPr>
        </p:nvSpPr>
        <p:spPr/>
      </p:sp>
    </p:spTree>
    <p:extLst>
      <p:ext uri="{BB962C8B-B14F-4D97-AF65-F5344CB8AC3E}">
        <p14:creationId xmlns:p14="http://schemas.microsoft.com/office/powerpoint/2010/main" val="2045863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Graphic 24">
            <a:extLst>
              <a:ext uri="{FF2B5EF4-FFF2-40B4-BE49-F238E27FC236}">
                <a16:creationId xmlns:a16="http://schemas.microsoft.com/office/drawing/2014/main" id="{438CD09D-9731-9858-A0B7-687457D428C1}"/>
              </a:ext>
            </a:extLst>
          </p:cNvPr>
          <p:cNvSpPr/>
          <p:nvPr/>
        </p:nvSpPr>
        <p:spPr>
          <a:xfrm>
            <a:off x="493739" y="1326366"/>
            <a:ext cx="2407766" cy="2407766"/>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 name="Picture Placeholder 2">
            <a:extLst>
              <a:ext uri="{FF2B5EF4-FFF2-40B4-BE49-F238E27FC236}">
                <a16:creationId xmlns:a16="http://schemas.microsoft.com/office/drawing/2014/main" id="{B6843B56-E412-49B0-0B83-F1429711164F}"/>
              </a:ext>
            </a:extLst>
          </p:cNvPr>
          <p:cNvSpPr>
            <a:spLocks noGrp="1"/>
          </p:cNvSpPr>
          <p:nvPr>
            <p:ph type="pic" sz="quarter" idx="10"/>
          </p:nvPr>
        </p:nvSpPr>
        <p:spPr/>
      </p:sp>
      <p:sp>
        <p:nvSpPr>
          <p:cNvPr id="29" name="Rectangle 28">
            <a:extLst>
              <a:ext uri="{FF2B5EF4-FFF2-40B4-BE49-F238E27FC236}">
                <a16:creationId xmlns:a16="http://schemas.microsoft.com/office/drawing/2014/main" id="{FFC5A67D-A8DE-5916-DE43-834AB5BC8017}"/>
              </a:ext>
            </a:extLst>
          </p:cNvPr>
          <p:cNvSpPr/>
          <p:nvPr/>
        </p:nvSpPr>
        <p:spPr>
          <a:xfrm>
            <a:off x="0" y="4057299"/>
            <a:ext cx="3331137" cy="28007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0D166FB3-54A6-6A48-6157-99F7BAF307AC}"/>
              </a:ext>
            </a:extLst>
          </p:cNvPr>
          <p:cNvSpPr/>
          <p:nvPr/>
        </p:nvSpPr>
        <p:spPr>
          <a:xfrm>
            <a:off x="1066800" y="2993850"/>
            <a:ext cx="6047416" cy="3178350"/>
          </a:xfrm>
          <a:prstGeom prst="roundRect">
            <a:avLst>
              <a:gd name="adj" fmla="val 1404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5" name="TextBox 14">
            <a:extLst>
              <a:ext uri="{FF2B5EF4-FFF2-40B4-BE49-F238E27FC236}">
                <a16:creationId xmlns:a16="http://schemas.microsoft.com/office/drawing/2014/main" id="{34E3AAD1-03FB-5033-E43C-94F2BE8CFBD6}"/>
              </a:ext>
            </a:extLst>
          </p:cNvPr>
          <p:cNvSpPr txBox="1"/>
          <p:nvPr/>
        </p:nvSpPr>
        <p:spPr>
          <a:xfrm>
            <a:off x="1639861" y="3410967"/>
            <a:ext cx="4909456"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Development Team</a:t>
            </a:r>
            <a:endParaRPr lang="en-US" sz="3600" b="1" dirty="0">
              <a:solidFill>
                <a:schemeClr val="tx2"/>
              </a:solidFill>
              <a:latin typeface="Epilogue" pitchFamily="2" charset="0"/>
              <a:cs typeface="Rubik" pitchFamily="2" charset="-79"/>
            </a:endParaRPr>
          </a:p>
        </p:txBody>
      </p:sp>
      <p:sp>
        <p:nvSpPr>
          <p:cNvPr id="16" name="TextBox 15">
            <a:extLst>
              <a:ext uri="{FF2B5EF4-FFF2-40B4-BE49-F238E27FC236}">
                <a16:creationId xmlns:a16="http://schemas.microsoft.com/office/drawing/2014/main" id="{CBACDD68-DE67-6B30-55A1-07B95617F177}"/>
              </a:ext>
            </a:extLst>
          </p:cNvPr>
          <p:cNvSpPr txBox="1"/>
          <p:nvPr/>
        </p:nvSpPr>
        <p:spPr>
          <a:xfrm>
            <a:off x="1639861" y="4459827"/>
            <a:ext cx="5076283"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Nor again is there anyone who loves or pursues or desires to obtain pain of itself, because it is pain, but because occasionally. To take a trivial example, which of us ever undertakes laborious physical exercise, except to obtain</a:t>
            </a:r>
            <a:endParaRPr lang="en-US" sz="1300" dirty="0">
              <a:solidFill>
                <a:schemeClr val="tx2"/>
              </a:solidFill>
              <a:latin typeface="Epilogue" pitchFamily="2" charset="0"/>
            </a:endParaRPr>
          </a:p>
        </p:txBody>
      </p:sp>
      <p:sp>
        <p:nvSpPr>
          <p:cNvPr id="21" name="TextBox 20">
            <a:extLst>
              <a:ext uri="{FF2B5EF4-FFF2-40B4-BE49-F238E27FC236}">
                <a16:creationId xmlns:a16="http://schemas.microsoft.com/office/drawing/2014/main" id="{E77EAA10-6057-0070-25DE-7D088583A171}"/>
              </a:ext>
            </a:extLst>
          </p:cNvPr>
          <p:cNvSpPr txBox="1"/>
          <p:nvPr/>
        </p:nvSpPr>
        <p:spPr>
          <a:xfrm>
            <a:off x="8260338" y="4937591"/>
            <a:ext cx="947695" cy="584775"/>
          </a:xfrm>
          <a:prstGeom prst="rect">
            <a:avLst/>
          </a:prstGeom>
        </p:spPr>
        <p:txBody>
          <a:bodyPr wrap="none" rtlCol="0">
            <a:spAutoFit/>
          </a:bodyPr>
          <a:lstStyle/>
          <a:p>
            <a:r>
              <a:rPr lang="en-US" sz="3200" b="1">
                <a:solidFill>
                  <a:schemeClr val="tx2"/>
                </a:solidFill>
                <a:latin typeface="Epilogue" pitchFamily="2" charset="0"/>
              </a:rPr>
              <a:t>20+</a:t>
            </a:r>
            <a:endParaRPr lang="en-US" sz="3200" b="1" dirty="0">
              <a:solidFill>
                <a:schemeClr val="tx2"/>
              </a:solidFill>
              <a:latin typeface="Epilogue" pitchFamily="2" charset="0"/>
            </a:endParaRPr>
          </a:p>
        </p:txBody>
      </p:sp>
      <p:sp>
        <p:nvSpPr>
          <p:cNvPr id="22" name="TextBox 21">
            <a:extLst>
              <a:ext uri="{FF2B5EF4-FFF2-40B4-BE49-F238E27FC236}">
                <a16:creationId xmlns:a16="http://schemas.microsoft.com/office/drawing/2014/main" id="{1FA72110-D0F8-FADF-F727-2E8C5ECD4A35}"/>
              </a:ext>
            </a:extLst>
          </p:cNvPr>
          <p:cNvSpPr txBox="1"/>
          <p:nvPr/>
        </p:nvSpPr>
        <p:spPr>
          <a:xfrm>
            <a:off x="8260338" y="5430926"/>
            <a:ext cx="1116011" cy="292388"/>
          </a:xfrm>
          <a:prstGeom prst="rect">
            <a:avLst/>
          </a:prstGeom>
        </p:spPr>
        <p:txBody>
          <a:bodyPr wrap="none" rtlCol="0">
            <a:spAutoFit/>
          </a:bodyPr>
          <a:lstStyle/>
          <a:p>
            <a:r>
              <a:rPr lang="en-US" sz="1300">
                <a:solidFill>
                  <a:schemeClr val="tx2"/>
                </a:solidFill>
                <a:latin typeface="Epilogue" pitchFamily="2" charset="0"/>
              </a:rPr>
              <a:t>Developers</a:t>
            </a:r>
            <a:endParaRPr lang="en-US" sz="1300" dirty="0">
              <a:solidFill>
                <a:schemeClr val="tx2"/>
              </a:solidFill>
              <a:latin typeface="Epilogue" pitchFamily="2" charset="0"/>
            </a:endParaRPr>
          </a:p>
        </p:txBody>
      </p:sp>
      <p:sp>
        <p:nvSpPr>
          <p:cNvPr id="25" name="TextBox 24">
            <a:extLst>
              <a:ext uri="{FF2B5EF4-FFF2-40B4-BE49-F238E27FC236}">
                <a16:creationId xmlns:a16="http://schemas.microsoft.com/office/drawing/2014/main" id="{2B3DEDBB-0850-0E78-513E-BC6260963D72}"/>
              </a:ext>
            </a:extLst>
          </p:cNvPr>
          <p:cNvSpPr txBox="1"/>
          <p:nvPr/>
        </p:nvSpPr>
        <p:spPr>
          <a:xfrm>
            <a:off x="10123003" y="4937591"/>
            <a:ext cx="880369" cy="584775"/>
          </a:xfrm>
          <a:prstGeom prst="rect">
            <a:avLst/>
          </a:prstGeom>
        </p:spPr>
        <p:txBody>
          <a:bodyPr wrap="none" rtlCol="0">
            <a:spAutoFit/>
          </a:bodyPr>
          <a:lstStyle/>
          <a:p>
            <a:r>
              <a:rPr lang="en-US" sz="3200" b="1">
                <a:solidFill>
                  <a:schemeClr val="tx2"/>
                </a:solidFill>
                <a:latin typeface="Epilogue" pitchFamily="2" charset="0"/>
              </a:rPr>
              <a:t>10+</a:t>
            </a:r>
            <a:endParaRPr lang="en-US" sz="3200" b="1" dirty="0">
              <a:solidFill>
                <a:schemeClr val="tx2"/>
              </a:solidFill>
              <a:latin typeface="Epilogue" pitchFamily="2" charset="0"/>
            </a:endParaRPr>
          </a:p>
        </p:txBody>
      </p:sp>
      <p:sp>
        <p:nvSpPr>
          <p:cNvPr id="26" name="TextBox 25">
            <a:extLst>
              <a:ext uri="{FF2B5EF4-FFF2-40B4-BE49-F238E27FC236}">
                <a16:creationId xmlns:a16="http://schemas.microsoft.com/office/drawing/2014/main" id="{EADCC4F6-F790-1DD9-3CCF-D9DF59FE0BC6}"/>
              </a:ext>
            </a:extLst>
          </p:cNvPr>
          <p:cNvSpPr txBox="1"/>
          <p:nvPr/>
        </p:nvSpPr>
        <p:spPr>
          <a:xfrm>
            <a:off x="10123003" y="5430926"/>
            <a:ext cx="1002197" cy="292388"/>
          </a:xfrm>
          <a:prstGeom prst="rect">
            <a:avLst/>
          </a:prstGeom>
        </p:spPr>
        <p:txBody>
          <a:bodyPr wrap="none" rtlCol="0">
            <a:spAutoFit/>
          </a:bodyPr>
          <a:lstStyle/>
          <a:p>
            <a:r>
              <a:rPr lang="en-US" sz="1300">
                <a:solidFill>
                  <a:schemeClr val="tx2"/>
                </a:solidFill>
                <a:latin typeface="Epilogue" pitchFamily="2" charset="0"/>
              </a:rPr>
              <a:t>Designers</a:t>
            </a:r>
            <a:endParaRPr lang="en-US" sz="1300" dirty="0">
              <a:solidFill>
                <a:schemeClr val="tx2"/>
              </a:solidFill>
              <a:latin typeface="Epilogue" pitchFamily="2" charset="0"/>
            </a:endParaRPr>
          </a:p>
        </p:txBody>
      </p:sp>
      <p:pic>
        <p:nvPicPr>
          <p:cNvPr id="27" name="Graphic 26">
            <a:extLst>
              <a:ext uri="{FF2B5EF4-FFF2-40B4-BE49-F238E27FC236}">
                <a16:creationId xmlns:a16="http://schemas.microsoft.com/office/drawing/2014/main" id="{573D1F86-B259-56D6-E781-E628A55CBB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16348" y="4621411"/>
            <a:ext cx="304800" cy="304800"/>
          </a:xfrm>
          <a:prstGeom prst="rect">
            <a:avLst/>
          </a:prstGeom>
        </p:spPr>
      </p:pic>
      <p:pic>
        <p:nvPicPr>
          <p:cNvPr id="28" name="Graphic 27">
            <a:extLst>
              <a:ext uri="{FF2B5EF4-FFF2-40B4-BE49-F238E27FC236}">
                <a16:creationId xmlns:a16="http://schemas.microsoft.com/office/drawing/2014/main" id="{5FB43BC5-A347-3598-9B65-3BE20502B5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53683" y="4621411"/>
            <a:ext cx="304800" cy="304800"/>
          </a:xfrm>
          <a:prstGeom prst="rect">
            <a:avLst/>
          </a:prstGeom>
        </p:spPr>
      </p:pic>
      <p:sp>
        <p:nvSpPr>
          <p:cNvPr id="34" name="Graphic 15">
            <a:extLst>
              <a:ext uri="{FF2B5EF4-FFF2-40B4-BE49-F238E27FC236}">
                <a16:creationId xmlns:a16="http://schemas.microsoft.com/office/drawing/2014/main" id="{68E7EC94-D188-E9AC-86A7-4F2B8E03ACCD}"/>
              </a:ext>
            </a:extLst>
          </p:cNvPr>
          <p:cNvSpPr/>
          <p:nvPr/>
        </p:nvSpPr>
        <p:spPr>
          <a:xfrm>
            <a:off x="9306020" y="2269259"/>
            <a:ext cx="1649902" cy="1649902"/>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D8F1D5C-26B7-AA9E-70BC-0144C16C946D}"/>
              </a:ext>
            </a:extLst>
          </p:cNvPr>
          <p:cNvSpPr/>
          <p:nvPr/>
        </p:nvSpPr>
        <p:spPr>
          <a:xfrm>
            <a:off x="10908316" y="857854"/>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ECA6BA16-EFFB-F579-35CF-9A171D33C79A}"/>
              </a:ext>
            </a:extLst>
          </p:cNvPr>
          <p:cNvSpPr/>
          <p:nvPr/>
        </p:nvSpPr>
        <p:spPr>
          <a:xfrm>
            <a:off x="11193194" y="1000293"/>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Graphic 21">
            <a:extLst>
              <a:ext uri="{FF2B5EF4-FFF2-40B4-BE49-F238E27FC236}">
                <a16:creationId xmlns:a16="http://schemas.microsoft.com/office/drawing/2014/main" id="{60C4EB0C-627B-659B-FD23-A99A25878596}"/>
              </a:ext>
            </a:extLst>
          </p:cNvPr>
          <p:cNvSpPr/>
          <p:nvPr/>
        </p:nvSpPr>
        <p:spPr>
          <a:xfrm>
            <a:off x="6176930" y="5774973"/>
            <a:ext cx="1557020" cy="621670"/>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Tree>
    <p:extLst>
      <p:ext uri="{BB962C8B-B14F-4D97-AF65-F5344CB8AC3E}">
        <p14:creationId xmlns:p14="http://schemas.microsoft.com/office/powerpoint/2010/main" val="2092284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5" name="Graphic 21">
            <a:extLst>
              <a:ext uri="{FF2B5EF4-FFF2-40B4-BE49-F238E27FC236}">
                <a16:creationId xmlns:a16="http://schemas.microsoft.com/office/drawing/2014/main" id="{D4149236-33B0-630F-6891-BA37E5947CE4}"/>
              </a:ext>
            </a:extLst>
          </p:cNvPr>
          <p:cNvSpPr/>
          <p:nvPr/>
        </p:nvSpPr>
        <p:spPr>
          <a:xfrm>
            <a:off x="967699" y="1556182"/>
            <a:ext cx="1384798" cy="552907"/>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0" name="Rectangle 19">
            <a:extLst>
              <a:ext uri="{FF2B5EF4-FFF2-40B4-BE49-F238E27FC236}">
                <a16:creationId xmlns:a16="http://schemas.microsoft.com/office/drawing/2014/main" id="{96C0FDA7-5895-4776-0305-9C29A6574448}"/>
              </a:ext>
            </a:extLst>
          </p:cNvPr>
          <p:cNvSpPr/>
          <p:nvPr/>
        </p:nvSpPr>
        <p:spPr>
          <a:xfrm>
            <a:off x="5414905" y="0"/>
            <a:ext cx="407647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798" y="685801"/>
            <a:ext cx="1600118" cy="292388"/>
          </a:xfrm>
          <a:prstGeom prst="rect">
            <a:avLst/>
          </a:prstGeom>
          <a:noFill/>
        </p:spPr>
        <p:txBody>
          <a:bodyPr wrap="none" rtlCol="0">
            <a:spAutoFit/>
          </a:bodyPr>
          <a:lstStyle/>
          <a:p>
            <a:r>
              <a:rPr lang="en-US" sz="1300">
                <a:solidFill>
                  <a:schemeClr val="tx2"/>
                </a:solidFill>
                <a:latin typeface="Epilogue" pitchFamily="2" charset="0"/>
              </a:rPr>
              <a:t>Bootstrap Teams</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799" y="978189"/>
            <a:ext cx="2044699"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Our Big Team</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1066800" y="2756511"/>
            <a:ext cx="2400930" cy="1563570"/>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Nor again is there anyone who loves or pursues or desires to obtain pain of itself, because it is pain, but because occasionally.</a:t>
            </a:r>
          </a:p>
        </p:txBody>
      </p:sp>
      <p:sp>
        <p:nvSpPr>
          <p:cNvPr id="15" name="Rectangle: Rounded Corners 14">
            <a:extLst>
              <a:ext uri="{FF2B5EF4-FFF2-40B4-BE49-F238E27FC236}">
                <a16:creationId xmlns:a16="http://schemas.microsoft.com/office/drawing/2014/main" id="{84DB905B-60EB-108C-1432-CF46FBCCF986}"/>
              </a:ext>
            </a:extLst>
          </p:cNvPr>
          <p:cNvSpPr/>
          <p:nvPr/>
        </p:nvSpPr>
        <p:spPr>
          <a:xfrm>
            <a:off x="1143918" y="4898074"/>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E1CE714-3BBC-FD24-4C5C-FF340AC4A729}"/>
              </a:ext>
            </a:extLst>
          </p:cNvPr>
          <p:cNvSpPr txBox="1"/>
          <p:nvPr/>
        </p:nvSpPr>
        <p:spPr>
          <a:xfrm>
            <a:off x="1363899" y="5075800"/>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5" name="Picture Placeholder 4">
            <a:extLst>
              <a:ext uri="{FF2B5EF4-FFF2-40B4-BE49-F238E27FC236}">
                <a16:creationId xmlns:a16="http://schemas.microsoft.com/office/drawing/2014/main" id="{0B6769ED-1283-8334-371E-8A8686B69990}"/>
              </a:ext>
            </a:extLst>
          </p:cNvPr>
          <p:cNvSpPr>
            <a:spLocks noGrp="1"/>
          </p:cNvSpPr>
          <p:nvPr>
            <p:ph type="pic" sz="quarter" idx="10"/>
          </p:nvPr>
        </p:nvSpPr>
        <p:spPr/>
      </p:sp>
      <p:sp>
        <p:nvSpPr>
          <p:cNvPr id="7" name="Picture Placeholder 6">
            <a:extLst>
              <a:ext uri="{FF2B5EF4-FFF2-40B4-BE49-F238E27FC236}">
                <a16:creationId xmlns:a16="http://schemas.microsoft.com/office/drawing/2014/main" id="{F01401B8-F8AD-3389-17FA-3A37A449C542}"/>
              </a:ext>
            </a:extLst>
          </p:cNvPr>
          <p:cNvSpPr>
            <a:spLocks noGrp="1"/>
          </p:cNvSpPr>
          <p:nvPr>
            <p:ph type="pic" sz="quarter" idx="11"/>
          </p:nvPr>
        </p:nvSpPr>
        <p:spPr/>
      </p:sp>
      <p:sp>
        <p:nvSpPr>
          <p:cNvPr id="24" name="Rectangle: Rounded Corners 23">
            <a:extLst>
              <a:ext uri="{FF2B5EF4-FFF2-40B4-BE49-F238E27FC236}">
                <a16:creationId xmlns:a16="http://schemas.microsoft.com/office/drawing/2014/main" id="{0A055A3C-D3B5-10F9-0A49-66850334F716}"/>
              </a:ext>
            </a:extLst>
          </p:cNvPr>
          <p:cNvSpPr/>
          <p:nvPr/>
        </p:nvSpPr>
        <p:spPr>
          <a:xfrm>
            <a:off x="8349276" y="4218315"/>
            <a:ext cx="2775924" cy="1318072"/>
          </a:xfrm>
          <a:prstGeom prst="roundRect">
            <a:avLst>
              <a:gd name="adj" fmla="val 16807"/>
            </a:avLst>
          </a:prstGeom>
          <a:solidFill>
            <a:schemeClr val="bg2"/>
          </a:solidFill>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59914DE-AE7B-501E-0B8E-6B88CF1D74DE}"/>
              </a:ext>
            </a:extLst>
          </p:cNvPr>
          <p:cNvSpPr txBox="1"/>
          <p:nvPr/>
        </p:nvSpPr>
        <p:spPr>
          <a:xfrm>
            <a:off x="8549036" y="4354185"/>
            <a:ext cx="2376404"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ducimus quos qui blanditiis volup tatum deleniti atque.</a:t>
            </a:r>
            <a:endParaRPr lang="en-US" sz="1300" b="0" dirty="0">
              <a:solidFill>
                <a:schemeClr val="tx2"/>
              </a:solidFill>
              <a:effectLst/>
              <a:latin typeface="Epilogue" pitchFamily="2" charset="0"/>
            </a:endParaRPr>
          </a:p>
        </p:txBody>
      </p:sp>
      <p:sp>
        <p:nvSpPr>
          <p:cNvPr id="34" name="Graphic 24">
            <a:extLst>
              <a:ext uri="{FF2B5EF4-FFF2-40B4-BE49-F238E27FC236}">
                <a16:creationId xmlns:a16="http://schemas.microsoft.com/office/drawing/2014/main" id="{C0E06EDD-F282-859E-C8E8-20DFE079C1B8}"/>
              </a:ext>
            </a:extLst>
          </p:cNvPr>
          <p:cNvSpPr/>
          <p:nvPr/>
        </p:nvSpPr>
        <p:spPr>
          <a:xfrm>
            <a:off x="9653444" y="870859"/>
            <a:ext cx="1785106" cy="1785106"/>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6" name="Freeform: Shape 35">
            <a:extLst>
              <a:ext uri="{FF2B5EF4-FFF2-40B4-BE49-F238E27FC236}">
                <a16:creationId xmlns:a16="http://schemas.microsoft.com/office/drawing/2014/main" id="{904BD846-5B6F-65F2-4568-E3CA300D4CA2}"/>
              </a:ext>
            </a:extLst>
          </p:cNvPr>
          <p:cNvSpPr/>
          <p:nvPr/>
        </p:nvSpPr>
        <p:spPr>
          <a:xfrm>
            <a:off x="3358965" y="2082744"/>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BE8C6BA0-ACC2-6239-F3C2-1709E51B9409}"/>
              </a:ext>
            </a:extLst>
          </p:cNvPr>
          <p:cNvSpPr/>
          <p:nvPr/>
        </p:nvSpPr>
        <p:spPr>
          <a:xfrm>
            <a:off x="3643843" y="2225183"/>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39546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67CA9526-6CE9-E494-88CB-9C06E345E0E7}"/>
              </a:ext>
            </a:extLst>
          </p:cNvPr>
          <p:cNvSpPr/>
          <p:nvPr/>
        </p:nvSpPr>
        <p:spPr>
          <a:xfrm>
            <a:off x="0" y="3931920"/>
            <a:ext cx="12192000" cy="2926080"/>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EE3F41C-A75D-7486-7431-F5677F46FF15}"/>
              </a:ext>
            </a:extLst>
          </p:cNvPr>
          <p:cNvSpPr txBox="1"/>
          <p:nvPr/>
        </p:nvSpPr>
        <p:spPr>
          <a:xfrm rot="900000">
            <a:off x="521397" y="2105561"/>
            <a:ext cx="11149207" cy="2646878"/>
          </a:xfrm>
          <a:prstGeom prst="rect">
            <a:avLst/>
          </a:prstGeom>
          <a:noFill/>
        </p:spPr>
        <p:txBody>
          <a:bodyPr wrap="none" rtlCol="0">
            <a:spAutoFit/>
          </a:bodyPr>
          <a:lstStyle/>
          <a:p>
            <a:pPr algn="ctr"/>
            <a:r>
              <a:rPr lang="en-US" sz="16600" b="1" spc="600">
                <a:ln w="12700">
                  <a:solidFill>
                    <a:schemeClr val="tx2">
                      <a:alpha val="15000"/>
                    </a:schemeClr>
                  </a:solidFill>
                </a:ln>
                <a:noFill/>
                <a:latin typeface="Epilogue Black" pitchFamily="2" charset="0"/>
              </a:rPr>
              <a:t>SERVICES</a:t>
            </a:r>
          </a:p>
        </p:txBody>
      </p:sp>
      <p:sp>
        <p:nvSpPr>
          <p:cNvPr id="22" name="Graphic 15">
            <a:extLst>
              <a:ext uri="{FF2B5EF4-FFF2-40B4-BE49-F238E27FC236}">
                <a16:creationId xmlns:a16="http://schemas.microsoft.com/office/drawing/2014/main" id="{79D82696-11B2-7C1F-0F84-29E39146DBEC}"/>
              </a:ext>
            </a:extLst>
          </p:cNvPr>
          <p:cNvSpPr/>
          <p:nvPr/>
        </p:nvSpPr>
        <p:spPr>
          <a:xfrm>
            <a:off x="5590133" y="1752599"/>
            <a:ext cx="4717597" cy="4717597"/>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2C71715A-8270-2E41-1C74-6076C6B859B8}"/>
              </a:ext>
            </a:extLst>
          </p:cNvPr>
          <p:cNvSpPr txBox="1"/>
          <p:nvPr/>
        </p:nvSpPr>
        <p:spPr>
          <a:xfrm>
            <a:off x="1066800" y="1148497"/>
            <a:ext cx="2898550" cy="830997"/>
          </a:xfrm>
          <a:prstGeom prst="rect">
            <a:avLst/>
          </a:prstGeom>
          <a:noFill/>
        </p:spPr>
        <p:txBody>
          <a:bodyPr wrap="none" rtlCol="0">
            <a:spAutoFit/>
          </a:bodyPr>
          <a:lstStyle/>
          <a:p>
            <a:r>
              <a:rPr lang="en-US" sz="4800" b="1">
                <a:solidFill>
                  <a:schemeClr val="tx2"/>
                </a:solidFill>
                <a:latin typeface="Epilogue" pitchFamily="2" charset="0"/>
              </a:rPr>
              <a:t>Services</a:t>
            </a:r>
          </a:p>
        </p:txBody>
      </p:sp>
      <p:sp>
        <p:nvSpPr>
          <p:cNvPr id="3" name="TextBox 2">
            <a:extLst>
              <a:ext uri="{FF2B5EF4-FFF2-40B4-BE49-F238E27FC236}">
                <a16:creationId xmlns:a16="http://schemas.microsoft.com/office/drawing/2014/main" id="{2A3DCD32-63B4-4935-B24B-D00668496A4D}"/>
              </a:ext>
            </a:extLst>
          </p:cNvPr>
          <p:cNvSpPr txBox="1"/>
          <p:nvPr/>
        </p:nvSpPr>
        <p:spPr>
          <a:xfrm>
            <a:off x="1066800" y="1979494"/>
            <a:ext cx="1217000" cy="292388"/>
          </a:xfrm>
          <a:prstGeom prst="rect">
            <a:avLst/>
          </a:prstGeom>
          <a:noFill/>
        </p:spPr>
        <p:txBody>
          <a:bodyPr wrap="none" rtlCol="0">
            <a:spAutoFit/>
          </a:bodyPr>
          <a:lstStyle/>
          <a:p>
            <a:r>
              <a:rPr lang="en-US" sz="1300">
                <a:solidFill>
                  <a:schemeClr val="tx2"/>
                </a:solidFill>
                <a:latin typeface="Epilogue" pitchFamily="2" charset="0"/>
              </a:rPr>
              <a:t>Our Services</a:t>
            </a:r>
          </a:p>
        </p:txBody>
      </p:sp>
      <p:sp>
        <p:nvSpPr>
          <p:cNvPr id="6" name="Picture Placeholder 5">
            <a:extLst>
              <a:ext uri="{FF2B5EF4-FFF2-40B4-BE49-F238E27FC236}">
                <a16:creationId xmlns:a16="http://schemas.microsoft.com/office/drawing/2014/main" id="{5248E8FB-240F-A338-8699-432C3324E4D7}"/>
              </a:ext>
            </a:extLst>
          </p:cNvPr>
          <p:cNvSpPr>
            <a:spLocks noGrp="1"/>
          </p:cNvSpPr>
          <p:nvPr>
            <p:ph type="pic" sz="quarter" idx="10"/>
          </p:nvPr>
        </p:nvSpPr>
        <p:spPr/>
      </p:sp>
      <p:sp>
        <p:nvSpPr>
          <p:cNvPr id="8" name="Picture Placeholder 7">
            <a:extLst>
              <a:ext uri="{FF2B5EF4-FFF2-40B4-BE49-F238E27FC236}">
                <a16:creationId xmlns:a16="http://schemas.microsoft.com/office/drawing/2014/main" id="{6FFB279F-66DF-07CE-1637-31787DFFED90}"/>
              </a:ext>
            </a:extLst>
          </p:cNvPr>
          <p:cNvSpPr>
            <a:spLocks noGrp="1"/>
          </p:cNvSpPr>
          <p:nvPr>
            <p:ph type="pic" sz="quarter" idx="11"/>
          </p:nvPr>
        </p:nvSpPr>
        <p:spPr/>
      </p:sp>
      <p:sp>
        <p:nvSpPr>
          <p:cNvPr id="11" name="Picture Placeholder 10">
            <a:extLst>
              <a:ext uri="{FF2B5EF4-FFF2-40B4-BE49-F238E27FC236}">
                <a16:creationId xmlns:a16="http://schemas.microsoft.com/office/drawing/2014/main" id="{C49AC402-4D91-E8BB-14E3-1BB38528253A}"/>
              </a:ext>
            </a:extLst>
          </p:cNvPr>
          <p:cNvSpPr>
            <a:spLocks noGrp="1"/>
          </p:cNvSpPr>
          <p:nvPr>
            <p:ph type="pic" sz="quarter" idx="12"/>
          </p:nvPr>
        </p:nvSpPr>
        <p:spPr/>
      </p:sp>
      <p:sp>
        <p:nvSpPr>
          <p:cNvPr id="23" name="Graphic 24">
            <a:extLst>
              <a:ext uri="{FF2B5EF4-FFF2-40B4-BE49-F238E27FC236}">
                <a16:creationId xmlns:a16="http://schemas.microsoft.com/office/drawing/2014/main" id="{7FFCF786-300E-2B5B-407D-7EE6F943FEBB}"/>
              </a:ext>
            </a:extLst>
          </p:cNvPr>
          <p:cNvSpPr/>
          <p:nvPr/>
        </p:nvSpPr>
        <p:spPr>
          <a:xfrm>
            <a:off x="4183143" y="331924"/>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4" name="Freeform: Shape 23">
            <a:extLst>
              <a:ext uri="{FF2B5EF4-FFF2-40B4-BE49-F238E27FC236}">
                <a16:creationId xmlns:a16="http://schemas.microsoft.com/office/drawing/2014/main" id="{D93D8E44-785B-8963-6BEE-CBA77FF9DE24}"/>
              </a:ext>
            </a:extLst>
          </p:cNvPr>
          <p:cNvSpPr/>
          <p:nvPr/>
        </p:nvSpPr>
        <p:spPr>
          <a:xfrm>
            <a:off x="10988950" y="1397140"/>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C2D99BF9-F796-21F5-8B1E-8979803A5C58}"/>
              </a:ext>
            </a:extLst>
          </p:cNvPr>
          <p:cNvSpPr/>
          <p:nvPr/>
        </p:nvSpPr>
        <p:spPr>
          <a:xfrm>
            <a:off x="11241483" y="1507234"/>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Graphic 21">
            <a:extLst>
              <a:ext uri="{FF2B5EF4-FFF2-40B4-BE49-F238E27FC236}">
                <a16:creationId xmlns:a16="http://schemas.microsoft.com/office/drawing/2014/main" id="{7DFE8450-60EF-67B6-E7FE-DDABB3292B30}"/>
              </a:ext>
            </a:extLst>
          </p:cNvPr>
          <p:cNvSpPr/>
          <p:nvPr/>
        </p:nvSpPr>
        <p:spPr>
          <a:xfrm>
            <a:off x="589279" y="2880862"/>
            <a:ext cx="1683211" cy="672054"/>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Tree>
    <p:extLst>
      <p:ext uri="{BB962C8B-B14F-4D97-AF65-F5344CB8AC3E}">
        <p14:creationId xmlns:p14="http://schemas.microsoft.com/office/powerpoint/2010/main" val="313731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1" name="Graphic 15">
            <a:extLst>
              <a:ext uri="{FF2B5EF4-FFF2-40B4-BE49-F238E27FC236}">
                <a16:creationId xmlns:a16="http://schemas.microsoft.com/office/drawing/2014/main" id="{D31DBC11-EBC2-DCCF-AFF7-7AC3EE438219}"/>
              </a:ext>
            </a:extLst>
          </p:cNvPr>
          <p:cNvSpPr/>
          <p:nvPr/>
        </p:nvSpPr>
        <p:spPr>
          <a:xfrm>
            <a:off x="6614280" y="2228317"/>
            <a:ext cx="2580780" cy="2580780"/>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799" y="691816"/>
            <a:ext cx="1217000" cy="292388"/>
          </a:xfrm>
          <a:prstGeom prst="rect">
            <a:avLst/>
          </a:prstGeom>
          <a:noFill/>
        </p:spPr>
        <p:txBody>
          <a:bodyPr wrap="none" rtlCol="0">
            <a:spAutoFit/>
          </a:bodyPr>
          <a:lstStyle/>
          <a:p>
            <a:r>
              <a:rPr lang="en-US" sz="1300">
                <a:solidFill>
                  <a:schemeClr val="tx2"/>
                </a:solidFill>
                <a:latin typeface="Epilogue" pitchFamily="2" charset="0"/>
              </a:rPr>
              <a:t>Our Services</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984204"/>
            <a:ext cx="2552699"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User Research</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1066801" y="2762526"/>
            <a:ext cx="2413000" cy="1563570"/>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Nor again is there anyone who loves or pursues or desires to obtain pain of itself, because it is pain, but because occasionally.</a:t>
            </a:r>
          </a:p>
        </p:txBody>
      </p:sp>
      <p:sp>
        <p:nvSpPr>
          <p:cNvPr id="6" name="TextBox 5">
            <a:extLst>
              <a:ext uri="{FF2B5EF4-FFF2-40B4-BE49-F238E27FC236}">
                <a16:creationId xmlns:a16="http://schemas.microsoft.com/office/drawing/2014/main" id="{5D3DEDA8-9254-DA8E-234F-ADEEEC3842F4}"/>
              </a:ext>
            </a:extLst>
          </p:cNvPr>
          <p:cNvSpPr txBox="1"/>
          <p:nvPr/>
        </p:nvSpPr>
        <p:spPr>
          <a:xfrm>
            <a:off x="8572501" y="685801"/>
            <a:ext cx="2552697"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 mus quas blanditiis praesen atque voluptatum deleniti.</a:t>
            </a:r>
            <a:endParaRPr lang="en-US" sz="1300" b="0" dirty="0">
              <a:solidFill>
                <a:schemeClr val="tx2"/>
              </a:solidFill>
              <a:effectLst/>
              <a:latin typeface="Epilogue" pitchFamily="2" charset="0"/>
            </a:endParaRPr>
          </a:p>
        </p:txBody>
      </p:sp>
      <p:sp>
        <p:nvSpPr>
          <p:cNvPr id="7" name="Rectangle: Rounded Corners 6">
            <a:extLst>
              <a:ext uri="{FF2B5EF4-FFF2-40B4-BE49-F238E27FC236}">
                <a16:creationId xmlns:a16="http://schemas.microsoft.com/office/drawing/2014/main" id="{42C98B04-F812-4634-6130-187024CFB5B7}"/>
              </a:ext>
            </a:extLst>
          </p:cNvPr>
          <p:cNvSpPr/>
          <p:nvPr/>
        </p:nvSpPr>
        <p:spPr>
          <a:xfrm>
            <a:off x="1121893" y="4898074"/>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6611378-4EC1-EBFB-9BA1-6CE4B0F8DEA8}"/>
              </a:ext>
            </a:extLst>
          </p:cNvPr>
          <p:cNvSpPr txBox="1"/>
          <p:nvPr/>
        </p:nvSpPr>
        <p:spPr>
          <a:xfrm>
            <a:off x="1341874" y="5075800"/>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5" name="Picture Placeholder 4">
            <a:extLst>
              <a:ext uri="{FF2B5EF4-FFF2-40B4-BE49-F238E27FC236}">
                <a16:creationId xmlns:a16="http://schemas.microsoft.com/office/drawing/2014/main" id="{0BB20E00-E23F-6C48-A4EF-B5F588DD92C8}"/>
              </a:ext>
            </a:extLst>
          </p:cNvPr>
          <p:cNvSpPr>
            <a:spLocks noGrp="1"/>
          </p:cNvSpPr>
          <p:nvPr>
            <p:ph type="pic" sz="quarter" idx="10"/>
          </p:nvPr>
        </p:nvSpPr>
        <p:spPr/>
      </p:sp>
      <p:sp>
        <p:nvSpPr>
          <p:cNvPr id="29" name="Rectangle: Rounded Corners 28">
            <a:extLst>
              <a:ext uri="{FF2B5EF4-FFF2-40B4-BE49-F238E27FC236}">
                <a16:creationId xmlns:a16="http://schemas.microsoft.com/office/drawing/2014/main" id="{0D4157D0-64B5-494E-5F27-8F92E002F884}"/>
              </a:ext>
            </a:extLst>
          </p:cNvPr>
          <p:cNvSpPr/>
          <p:nvPr/>
        </p:nvSpPr>
        <p:spPr>
          <a:xfrm>
            <a:off x="7455687" y="3518707"/>
            <a:ext cx="1705597" cy="2017681"/>
          </a:xfrm>
          <a:prstGeom prst="roundRect">
            <a:avLst>
              <a:gd name="adj" fmla="val 1404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4927E6D-1396-5917-0D26-10640F5F95F9}"/>
              </a:ext>
            </a:extLst>
          </p:cNvPr>
          <p:cNvSpPr txBox="1"/>
          <p:nvPr/>
        </p:nvSpPr>
        <p:spPr>
          <a:xfrm>
            <a:off x="7750931" y="4444552"/>
            <a:ext cx="947695" cy="584775"/>
          </a:xfrm>
          <a:prstGeom prst="rect">
            <a:avLst/>
          </a:prstGeom>
        </p:spPr>
        <p:txBody>
          <a:bodyPr wrap="square" rtlCol="0">
            <a:spAutoFit/>
          </a:bodyPr>
          <a:lstStyle/>
          <a:p>
            <a:r>
              <a:rPr lang="en-US" sz="3200" b="1">
                <a:solidFill>
                  <a:schemeClr val="tx2"/>
                </a:solidFill>
                <a:latin typeface="Epilogue" pitchFamily="2" charset="0"/>
              </a:rPr>
              <a:t>20+</a:t>
            </a:r>
            <a:endParaRPr lang="en-US" sz="3200" b="1" dirty="0">
              <a:solidFill>
                <a:schemeClr val="tx2"/>
              </a:solidFill>
              <a:latin typeface="Epilogue" pitchFamily="2" charset="0"/>
            </a:endParaRPr>
          </a:p>
        </p:txBody>
      </p:sp>
      <p:sp>
        <p:nvSpPr>
          <p:cNvPr id="31" name="TextBox 30">
            <a:extLst>
              <a:ext uri="{FF2B5EF4-FFF2-40B4-BE49-F238E27FC236}">
                <a16:creationId xmlns:a16="http://schemas.microsoft.com/office/drawing/2014/main" id="{6A00E618-C6BF-513B-69A5-EC79D8FDA15F}"/>
              </a:ext>
            </a:extLst>
          </p:cNvPr>
          <p:cNvSpPr txBox="1"/>
          <p:nvPr/>
        </p:nvSpPr>
        <p:spPr>
          <a:xfrm>
            <a:off x="7750931" y="4937887"/>
            <a:ext cx="1116011" cy="292388"/>
          </a:xfrm>
          <a:prstGeom prst="rect">
            <a:avLst/>
          </a:prstGeom>
        </p:spPr>
        <p:txBody>
          <a:bodyPr wrap="square" rtlCol="0">
            <a:spAutoFit/>
          </a:bodyPr>
          <a:lstStyle/>
          <a:p>
            <a:r>
              <a:rPr lang="en-US" sz="1300">
                <a:solidFill>
                  <a:schemeClr val="tx2"/>
                </a:solidFill>
                <a:latin typeface="Epilogue" pitchFamily="2" charset="0"/>
              </a:rPr>
              <a:t>Developers</a:t>
            </a:r>
            <a:endParaRPr lang="en-US" sz="1300" dirty="0">
              <a:solidFill>
                <a:schemeClr val="tx2"/>
              </a:solidFill>
              <a:latin typeface="Epilogue" pitchFamily="2" charset="0"/>
            </a:endParaRPr>
          </a:p>
        </p:txBody>
      </p:sp>
      <p:pic>
        <p:nvPicPr>
          <p:cNvPr id="32" name="Graphic 31">
            <a:extLst>
              <a:ext uri="{FF2B5EF4-FFF2-40B4-BE49-F238E27FC236}">
                <a16:creationId xmlns:a16="http://schemas.microsoft.com/office/drawing/2014/main" id="{912D9763-DB21-1DE0-0D50-670A308FD2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44276" y="3886412"/>
            <a:ext cx="304800" cy="304800"/>
          </a:xfrm>
          <a:prstGeom prst="rect">
            <a:avLst/>
          </a:prstGeom>
        </p:spPr>
      </p:pic>
      <p:sp>
        <p:nvSpPr>
          <p:cNvPr id="33" name="Rectangle: Rounded Corners 32">
            <a:extLst>
              <a:ext uri="{FF2B5EF4-FFF2-40B4-BE49-F238E27FC236}">
                <a16:creationId xmlns:a16="http://schemas.microsoft.com/office/drawing/2014/main" id="{51B3EC9F-2CE8-F327-A694-6DCB0C78382E}"/>
              </a:ext>
            </a:extLst>
          </p:cNvPr>
          <p:cNvSpPr/>
          <p:nvPr/>
        </p:nvSpPr>
        <p:spPr>
          <a:xfrm>
            <a:off x="9419602" y="3518707"/>
            <a:ext cx="1705597" cy="2017681"/>
          </a:xfrm>
          <a:prstGeom prst="roundRect">
            <a:avLst>
              <a:gd name="adj" fmla="val 1404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D66DB9E-7E2E-0193-55FA-6B0114811537}"/>
              </a:ext>
            </a:extLst>
          </p:cNvPr>
          <p:cNvSpPr txBox="1"/>
          <p:nvPr/>
        </p:nvSpPr>
        <p:spPr>
          <a:xfrm>
            <a:off x="9714846" y="4444552"/>
            <a:ext cx="947695" cy="584775"/>
          </a:xfrm>
          <a:prstGeom prst="rect">
            <a:avLst/>
          </a:prstGeom>
        </p:spPr>
        <p:txBody>
          <a:bodyPr wrap="square" rtlCol="0">
            <a:spAutoFit/>
          </a:bodyPr>
          <a:lstStyle/>
          <a:p>
            <a:r>
              <a:rPr lang="en-US" sz="3200" b="1">
                <a:solidFill>
                  <a:schemeClr val="tx2"/>
                </a:solidFill>
                <a:latin typeface="Epilogue" pitchFamily="2" charset="0"/>
              </a:rPr>
              <a:t>10+</a:t>
            </a:r>
            <a:endParaRPr lang="en-US" sz="3200" b="1" dirty="0">
              <a:solidFill>
                <a:schemeClr val="tx2"/>
              </a:solidFill>
              <a:latin typeface="Epilogue" pitchFamily="2" charset="0"/>
            </a:endParaRPr>
          </a:p>
        </p:txBody>
      </p:sp>
      <p:sp>
        <p:nvSpPr>
          <p:cNvPr id="35" name="TextBox 34">
            <a:extLst>
              <a:ext uri="{FF2B5EF4-FFF2-40B4-BE49-F238E27FC236}">
                <a16:creationId xmlns:a16="http://schemas.microsoft.com/office/drawing/2014/main" id="{8660011F-ED71-09F6-893A-B3BE67AA0D32}"/>
              </a:ext>
            </a:extLst>
          </p:cNvPr>
          <p:cNvSpPr txBox="1"/>
          <p:nvPr/>
        </p:nvSpPr>
        <p:spPr>
          <a:xfrm>
            <a:off x="9714846" y="4937887"/>
            <a:ext cx="1116011" cy="292388"/>
          </a:xfrm>
          <a:prstGeom prst="rect">
            <a:avLst/>
          </a:prstGeom>
        </p:spPr>
        <p:txBody>
          <a:bodyPr wrap="square" rtlCol="0">
            <a:spAutoFit/>
          </a:bodyPr>
          <a:lstStyle/>
          <a:p>
            <a:r>
              <a:rPr lang="en-US" sz="1300">
                <a:solidFill>
                  <a:schemeClr val="tx2"/>
                </a:solidFill>
                <a:latin typeface="Epilogue" pitchFamily="2" charset="0"/>
              </a:rPr>
              <a:t>Designers</a:t>
            </a:r>
            <a:endParaRPr lang="en-US" sz="1300" dirty="0">
              <a:solidFill>
                <a:schemeClr val="tx2"/>
              </a:solidFill>
              <a:latin typeface="Epilogue" pitchFamily="2" charset="0"/>
            </a:endParaRPr>
          </a:p>
        </p:txBody>
      </p:sp>
      <p:pic>
        <p:nvPicPr>
          <p:cNvPr id="36" name="Graphic 35">
            <a:extLst>
              <a:ext uri="{FF2B5EF4-FFF2-40B4-BE49-F238E27FC236}">
                <a16:creationId xmlns:a16="http://schemas.microsoft.com/office/drawing/2014/main" id="{B4D9994F-C322-F9CA-DEB6-9DEA27F2BD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08191" y="3886412"/>
            <a:ext cx="304800" cy="304800"/>
          </a:xfrm>
          <a:prstGeom prst="rect">
            <a:avLst/>
          </a:prstGeom>
        </p:spPr>
      </p:pic>
      <p:sp>
        <p:nvSpPr>
          <p:cNvPr id="39" name="Graphic 24">
            <a:extLst>
              <a:ext uri="{FF2B5EF4-FFF2-40B4-BE49-F238E27FC236}">
                <a16:creationId xmlns:a16="http://schemas.microsoft.com/office/drawing/2014/main" id="{9C6C5E4F-EE1F-EFD0-85B0-5EDAAA74E9A0}"/>
              </a:ext>
            </a:extLst>
          </p:cNvPr>
          <p:cNvSpPr/>
          <p:nvPr/>
        </p:nvSpPr>
        <p:spPr>
          <a:xfrm>
            <a:off x="3516238" y="286239"/>
            <a:ext cx="1395930" cy="1395930"/>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0" name="Graphic 21">
            <a:extLst>
              <a:ext uri="{FF2B5EF4-FFF2-40B4-BE49-F238E27FC236}">
                <a16:creationId xmlns:a16="http://schemas.microsoft.com/office/drawing/2014/main" id="{84AC3DF8-B990-BEC6-BD2A-D66AE59B1225}"/>
              </a:ext>
            </a:extLst>
          </p:cNvPr>
          <p:cNvSpPr/>
          <p:nvPr/>
        </p:nvSpPr>
        <p:spPr>
          <a:xfrm>
            <a:off x="10392262" y="2360374"/>
            <a:ext cx="1257429" cy="502053"/>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2" name="Freeform: Shape 41">
            <a:extLst>
              <a:ext uri="{FF2B5EF4-FFF2-40B4-BE49-F238E27FC236}">
                <a16:creationId xmlns:a16="http://schemas.microsoft.com/office/drawing/2014/main" id="{BA49ED00-A054-BDA4-939D-8BE9F0D99BD0}"/>
              </a:ext>
            </a:extLst>
          </p:cNvPr>
          <p:cNvSpPr/>
          <p:nvPr/>
        </p:nvSpPr>
        <p:spPr>
          <a:xfrm>
            <a:off x="487888" y="2517726"/>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42856E66-633F-7444-56B7-69AA51E5BE81}"/>
              </a:ext>
            </a:extLst>
          </p:cNvPr>
          <p:cNvSpPr/>
          <p:nvPr/>
        </p:nvSpPr>
        <p:spPr>
          <a:xfrm>
            <a:off x="209643" y="2879526"/>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57255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0" name="Graphic 21">
            <a:extLst>
              <a:ext uri="{FF2B5EF4-FFF2-40B4-BE49-F238E27FC236}">
                <a16:creationId xmlns:a16="http://schemas.microsoft.com/office/drawing/2014/main" id="{811DCF08-C342-E103-8994-B65824E92F3A}"/>
              </a:ext>
            </a:extLst>
          </p:cNvPr>
          <p:cNvSpPr/>
          <p:nvPr/>
        </p:nvSpPr>
        <p:spPr>
          <a:xfrm>
            <a:off x="8934673" y="2762509"/>
            <a:ext cx="1257429" cy="502053"/>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7" name="Graphic 24">
            <a:extLst>
              <a:ext uri="{FF2B5EF4-FFF2-40B4-BE49-F238E27FC236}">
                <a16:creationId xmlns:a16="http://schemas.microsoft.com/office/drawing/2014/main" id="{1A16B1F9-4868-CBB4-4C37-B990D0C8A4FC}"/>
              </a:ext>
            </a:extLst>
          </p:cNvPr>
          <p:cNvSpPr/>
          <p:nvPr/>
        </p:nvSpPr>
        <p:spPr>
          <a:xfrm>
            <a:off x="5474296" y="618287"/>
            <a:ext cx="1768433" cy="1768433"/>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2" name="Rectangle: Top Corners Rounded 21">
            <a:extLst>
              <a:ext uri="{FF2B5EF4-FFF2-40B4-BE49-F238E27FC236}">
                <a16:creationId xmlns:a16="http://schemas.microsoft.com/office/drawing/2014/main" id="{9496CF00-E5EC-757E-48A3-3AD6B53900ED}"/>
              </a:ext>
            </a:extLst>
          </p:cNvPr>
          <p:cNvSpPr/>
          <p:nvPr/>
        </p:nvSpPr>
        <p:spPr>
          <a:xfrm rot="5400000">
            <a:off x="-2224087" y="2224087"/>
            <a:ext cx="6858000" cy="2409825"/>
          </a:xfrm>
          <a:prstGeom prst="round2SameRect">
            <a:avLst>
              <a:gd name="adj1" fmla="val 15135"/>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7779831" y="1762438"/>
            <a:ext cx="1768433" cy="292388"/>
          </a:xfrm>
          <a:prstGeom prst="rect">
            <a:avLst/>
          </a:prstGeom>
          <a:noFill/>
        </p:spPr>
        <p:txBody>
          <a:bodyPr wrap="none" rtlCol="0">
            <a:spAutoFit/>
          </a:bodyPr>
          <a:lstStyle/>
          <a:p>
            <a:r>
              <a:rPr lang="en-US" sz="1300">
                <a:solidFill>
                  <a:schemeClr val="tx2"/>
                </a:solidFill>
                <a:latin typeface="Epilogue" pitchFamily="2" charset="0"/>
              </a:rPr>
              <a:t>Bootstrap Services</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7779832" y="2054826"/>
            <a:ext cx="2971799"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Interaction Design</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7779833" y="3833148"/>
            <a:ext cx="3067050"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 simos ducimus qui blan ditiis corrupti sentium voluptatum deleni atque quos molestias quas.</a:t>
            </a:r>
            <a:endParaRPr lang="en-US" sz="1300" b="0" dirty="0">
              <a:solidFill>
                <a:schemeClr val="tx2"/>
              </a:solidFill>
              <a:effectLst/>
              <a:latin typeface="Epilogue" pitchFamily="2" charset="0"/>
            </a:endParaRPr>
          </a:p>
        </p:txBody>
      </p:sp>
      <p:sp>
        <p:nvSpPr>
          <p:cNvPr id="18" name="Rectangle: Rounded Corners 17">
            <a:extLst>
              <a:ext uri="{FF2B5EF4-FFF2-40B4-BE49-F238E27FC236}">
                <a16:creationId xmlns:a16="http://schemas.microsoft.com/office/drawing/2014/main" id="{D5CDFD61-AE67-EEBF-17E3-801B09631AAE}"/>
              </a:ext>
            </a:extLst>
          </p:cNvPr>
          <p:cNvSpPr/>
          <p:nvPr/>
        </p:nvSpPr>
        <p:spPr>
          <a:xfrm>
            <a:off x="7779831" y="5674628"/>
            <a:ext cx="1561812" cy="497572"/>
          </a:xfrm>
          <a:prstGeom prst="roundRect">
            <a:avLst>
              <a:gd name="adj" fmla="val 50000"/>
            </a:avLst>
          </a:prstGeom>
          <a:solidFill>
            <a:schemeClr val="bg2"/>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30F5445-F312-5E72-3188-5A940FA51CB6}"/>
              </a:ext>
            </a:extLst>
          </p:cNvPr>
          <p:cNvSpPr txBox="1"/>
          <p:nvPr/>
        </p:nvSpPr>
        <p:spPr>
          <a:xfrm>
            <a:off x="8043609" y="5781983"/>
            <a:ext cx="1034259" cy="292388"/>
          </a:xfrm>
          <a:prstGeom prst="rect">
            <a:avLst/>
          </a:prstGeom>
          <a:noFill/>
        </p:spPr>
        <p:txBody>
          <a:bodyPr wrap="none" rtlCol="0">
            <a:spAutoFit/>
          </a:bodyPr>
          <a:lstStyle/>
          <a:p>
            <a:pPr algn="ctr"/>
            <a:r>
              <a:rPr lang="en-US" sz="1300">
                <a:solidFill>
                  <a:schemeClr val="tx2"/>
                </a:solidFill>
                <a:latin typeface="Epilogue Medium" pitchFamily="2" charset="0"/>
              </a:rPr>
              <a:t>bootstrap</a:t>
            </a:r>
            <a:endParaRPr lang="en-US" sz="1300" dirty="0">
              <a:solidFill>
                <a:schemeClr val="tx2"/>
              </a:solidFill>
              <a:latin typeface="Epilogue Medium" pitchFamily="2" charset="0"/>
            </a:endParaRPr>
          </a:p>
        </p:txBody>
      </p:sp>
      <p:sp>
        <p:nvSpPr>
          <p:cNvPr id="20" name="Rectangle: Rounded Corners 19">
            <a:extLst>
              <a:ext uri="{FF2B5EF4-FFF2-40B4-BE49-F238E27FC236}">
                <a16:creationId xmlns:a16="http://schemas.microsoft.com/office/drawing/2014/main" id="{E96CAC87-393C-5173-DCD3-A0B310C018A6}"/>
              </a:ext>
            </a:extLst>
          </p:cNvPr>
          <p:cNvSpPr/>
          <p:nvPr/>
        </p:nvSpPr>
        <p:spPr>
          <a:xfrm>
            <a:off x="9563388" y="5674628"/>
            <a:ext cx="1561812" cy="497572"/>
          </a:xfrm>
          <a:prstGeom prst="roundRect">
            <a:avLst>
              <a:gd name="adj" fmla="val 50000"/>
            </a:avLst>
          </a:prstGeom>
          <a:solidFill>
            <a:schemeClr val="bg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E961F5D-D5B8-73BF-B637-D80F8C7C27E1}"/>
              </a:ext>
            </a:extLst>
          </p:cNvPr>
          <p:cNvSpPr txBox="1"/>
          <p:nvPr/>
        </p:nvSpPr>
        <p:spPr>
          <a:xfrm>
            <a:off x="9938575" y="5781983"/>
            <a:ext cx="811441" cy="292388"/>
          </a:xfrm>
          <a:prstGeom prst="rect">
            <a:avLst/>
          </a:prstGeom>
          <a:noFill/>
        </p:spPr>
        <p:txBody>
          <a:bodyPr wrap="none" rtlCol="0">
            <a:spAutoFit/>
          </a:bodyPr>
          <a:lstStyle/>
          <a:p>
            <a:pPr algn="ctr"/>
            <a:r>
              <a:rPr lang="en-US" sz="1300">
                <a:solidFill>
                  <a:schemeClr val="tx2"/>
                </a:solidFill>
                <a:latin typeface="Epilogue Medium" pitchFamily="2" charset="0"/>
              </a:rPr>
              <a:t>startup</a:t>
            </a:r>
            <a:endParaRPr lang="en-US" sz="1300" dirty="0">
              <a:solidFill>
                <a:schemeClr val="tx2"/>
              </a:solidFill>
              <a:latin typeface="Epilogue Medium" pitchFamily="2" charset="0"/>
            </a:endParaRPr>
          </a:p>
        </p:txBody>
      </p:sp>
      <p:sp>
        <p:nvSpPr>
          <p:cNvPr id="5" name="Picture Placeholder 4">
            <a:extLst>
              <a:ext uri="{FF2B5EF4-FFF2-40B4-BE49-F238E27FC236}">
                <a16:creationId xmlns:a16="http://schemas.microsoft.com/office/drawing/2014/main" id="{4AAEA1C7-892A-E47D-485A-82260B5D7377}"/>
              </a:ext>
            </a:extLst>
          </p:cNvPr>
          <p:cNvSpPr>
            <a:spLocks noGrp="1"/>
          </p:cNvSpPr>
          <p:nvPr>
            <p:ph type="pic" sz="quarter" idx="10"/>
          </p:nvPr>
        </p:nvSpPr>
        <p:spPr/>
      </p:sp>
      <p:sp>
        <p:nvSpPr>
          <p:cNvPr id="7" name="Picture Placeholder 6">
            <a:extLst>
              <a:ext uri="{FF2B5EF4-FFF2-40B4-BE49-F238E27FC236}">
                <a16:creationId xmlns:a16="http://schemas.microsoft.com/office/drawing/2014/main" id="{A472A685-5E02-7239-90BD-9B47ABEEB284}"/>
              </a:ext>
            </a:extLst>
          </p:cNvPr>
          <p:cNvSpPr>
            <a:spLocks noGrp="1"/>
          </p:cNvSpPr>
          <p:nvPr>
            <p:ph type="pic" sz="quarter" idx="11"/>
          </p:nvPr>
        </p:nvSpPr>
        <p:spPr/>
      </p:sp>
      <p:sp>
        <p:nvSpPr>
          <p:cNvPr id="30" name="Oval 29">
            <a:extLst>
              <a:ext uri="{FF2B5EF4-FFF2-40B4-BE49-F238E27FC236}">
                <a16:creationId xmlns:a16="http://schemas.microsoft.com/office/drawing/2014/main" id="{2274586B-6551-24A9-6867-B352E6A83593}"/>
              </a:ext>
            </a:extLst>
          </p:cNvPr>
          <p:cNvSpPr/>
          <p:nvPr/>
        </p:nvSpPr>
        <p:spPr>
          <a:xfrm>
            <a:off x="6358513" y="3833148"/>
            <a:ext cx="642362" cy="642362"/>
          </a:xfrm>
          <a:prstGeom prst="ellipse">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a:extLst>
              <a:ext uri="{FF2B5EF4-FFF2-40B4-BE49-F238E27FC236}">
                <a16:creationId xmlns:a16="http://schemas.microsoft.com/office/drawing/2014/main" id="{7FA8B9DB-2AE8-28CE-C307-AD9E147623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7294" y="4001929"/>
            <a:ext cx="304800" cy="304800"/>
          </a:xfrm>
          <a:prstGeom prst="rect">
            <a:avLst/>
          </a:prstGeom>
        </p:spPr>
      </p:pic>
      <p:sp>
        <p:nvSpPr>
          <p:cNvPr id="36" name="Graphic 15">
            <a:extLst>
              <a:ext uri="{FF2B5EF4-FFF2-40B4-BE49-F238E27FC236}">
                <a16:creationId xmlns:a16="http://schemas.microsoft.com/office/drawing/2014/main" id="{7140FAA1-43D9-65A8-CB61-E720449BBC7D}"/>
              </a:ext>
            </a:extLst>
          </p:cNvPr>
          <p:cNvSpPr/>
          <p:nvPr/>
        </p:nvSpPr>
        <p:spPr>
          <a:xfrm>
            <a:off x="400729" y="3927648"/>
            <a:ext cx="2177878" cy="2177878"/>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4BCF453-7AEC-6021-66C3-E3A3244667FC}"/>
              </a:ext>
            </a:extLst>
          </p:cNvPr>
          <p:cNvSpPr/>
          <p:nvPr/>
        </p:nvSpPr>
        <p:spPr>
          <a:xfrm>
            <a:off x="10832032" y="766567"/>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E532541A-F231-D24F-22C3-014DA7F549E7}"/>
              </a:ext>
            </a:extLst>
          </p:cNvPr>
          <p:cNvSpPr/>
          <p:nvPr/>
        </p:nvSpPr>
        <p:spPr>
          <a:xfrm>
            <a:off x="11116910" y="909006"/>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46597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Graphic 24">
            <a:extLst>
              <a:ext uri="{FF2B5EF4-FFF2-40B4-BE49-F238E27FC236}">
                <a16:creationId xmlns:a16="http://schemas.microsoft.com/office/drawing/2014/main" id="{0B967156-F07C-9D53-A11D-5E6CB2277323}"/>
              </a:ext>
            </a:extLst>
          </p:cNvPr>
          <p:cNvSpPr/>
          <p:nvPr/>
        </p:nvSpPr>
        <p:spPr>
          <a:xfrm>
            <a:off x="177396" y="390240"/>
            <a:ext cx="3208718" cy="3208718"/>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7" name="Rectangle: Top Corners Rounded 6">
            <a:extLst>
              <a:ext uri="{FF2B5EF4-FFF2-40B4-BE49-F238E27FC236}">
                <a16:creationId xmlns:a16="http://schemas.microsoft.com/office/drawing/2014/main" id="{E7E86D3F-4D72-6CB5-4502-4BD9F323AAB8}"/>
              </a:ext>
            </a:extLst>
          </p:cNvPr>
          <p:cNvSpPr/>
          <p:nvPr/>
        </p:nvSpPr>
        <p:spPr>
          <a:xfrm>
            <a:off x="6819901" y="0"/>
            <a:ext cx="3759198" cy="3767027"/>
          </a:xfrm>
          <a:prstGeom prst="round2SameRect">
            <a:avLst>
              <a:gd name="adj1" fmla="val 0"/>
              <a:gd name="adj2" fmla="val 877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788E603-2957-7538-CBCF-E6C05EF3A012}"/>
              </a:ext>
            </a:extLst>
          </p:cNvPr>
          <p:cNvSpPr txBox="1"/>
          <p:nvPr/>
        </p:nvSpPr>
        <p:spPr>
          <a:xfrm>
            <a:off x="6912645" y="4805909"/>
            <a:ext cx="2707364"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qui blan ditiis praesentium voluptatum</a:t>
            </a:r>
            <a:endParaRPr lang="en-US" sz="1300" b="0" dirty="0">
              <a:solidFill>
                <a:schemeClr val="tx2"/>
              </a:solidFill>
              <a:effectLst/>
              <a:latin typeface="Epilogue" pitchFamily="2" charset="0"/>
            </a:endParaRPr>
          </a:p>
        </p:txBody>
      </p:sp>
      <p:sp>
        <p:nvSpPr>
          <p:cNvPr id="3" name="Picture Placeholder 2">
            <a:extLst>
              <a:ext uri="{FF2B5EF4-FFF2-40B4-BE49-F238E27FC236}">
                <a16:creationId xmlns:a16="http://schemas.microsoft.com/office/drawing/2014/main" id="{83751DD8-E0B5-C99C-F901-C3DEE26365A5}"/>
              </a:ext>
            </a:extLst>
          </p:cNvPr>
          <p:cNvSpPr>
            <a:spLocks noGrp="1"/>
          </p:cNvSpPr>
          <p:nvPr>
            <p:ph type="pic" sz="quarter" idx="10"/>
          </p:nvPr>
        </p:nvSpPr>
        <p:spPr/>
      </p:sp>
      <p:sp>
        <p:nvSpPr>
          <p:cNvPr id="14" name="Rectangle: Rounded Corners 13">
            <a:extLst>
              <a:ext uri="{FF2B5EF4-FFF2-40B4-BE49-F238E27FC236}">
                <a16:creationId xmlns:a16="http://schemas.microsoft.com/office/drawing/2014/main" id="{273573A5-2C58-3F80-E2DD-CD9FDEFFA835}"/>
              </a:ext>
            </a:extLst>
          </p:cNvPr>
          <p:cNvSpPr/>
          <p:nvPr/>
        </p:nvSpPr>
        <p:spPr>
          <a:xfrm>
            <a:off x="9137651" y="2190750"/>
            <a:ext cx="1987549" cy="1068113"/>
          </a:xfrm>
          <a:prstGeom prst="roundRect">
            <a:avLst>
              <a:gd name="adj" fmla="val 17057"/>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1BCD709-A869-D68C-A13C-8FD1F09BF5F3}"/>
              </a:ext>
            </a:extLst>
          </p:cNvPr>
          <p:cNvSpPr txBox="1"/>
          <p:nvPr/>
        </p:nvSpPr>
        <p:spPr>
          <a:xfrm>
            <a:off x="9814599" y="2305251"/>
            <a:ext cx="947695" cy="584775"/>
          </a:xfrm>
          <a:prstGeom prst="rect">
            <a:avLst/>
          </a:prstGeom>
        </p:spPr>
        <p:txBody>
          <a:bodyPr wrap="square" rtlCol="0">
            <a:spAutoFit/>
          </a:bodyPr>
          <a:lstStyle/>
          <a:p>
            <a:r>
              <a:rPr lang="en-US" sz="3200" b="1">
                <a:solidFill>
                  <a:schemeClr val="tx2"/>
                </a:solidFill>
                <a:latin typeface="Epilogue" pitchFamily="2" charset="0"/>
              </a:rPr>
              <a:t>20+</a:t>
            </a:r>
            <a:endParaRPr lang="en-US" sz="3200" b="1" dirty="0">
              <a:solidFill>
                <a:schemeClr val="tx2"/>
              </a:solidFill>
              <a:latin typeface="Epilogue" pitchFamily="2" charset="0"/>
            </a:endParaRPr>
          </a:p>
        </p:txBody>
      </p:sp>
      <p:sp>
        <p:nvSpPr>
          <p:cNvPr id="16" name="TextBox 15">
            <a:extLst>
              <a:ext uri="{FF2B5EF4-FFF2-40B4-BE49-F238E27FC236}">
                <a16:creationId xmlns:a16="http://schemas.microsoft.com/office/drawing/2014/main" id="{203F1ECB-5503-470F-DBA7-98C455C63C8D}"/>
              </a:ext>
            </a:extLst>
          </p:cNvPr>
          <p:cNvSpPr txBox="1"/>
          <p:nvPr/>
        </p:nvSpPr>
        <p:spPr>
          <a:xfrm>
            <a:off x="9814599" y="2798586"/>
            <a:ext cx="1116011" cy="292388"/>
          </a:xfrm>
          <a:prstGeom prst="rect">
            <a:avLst/>
          </a:prstGeom>
        </p:spPr>
        <p:txBody>
          <a:bodyPr wrap="square" rtlCol="0">
            <a:spAutoFit/>
          </a:bodyPr>
          <a:lstStyle/>
          <a:p>
            <a:r>
              <a:rPr lang="en-US" sz="1300">
                <a:solidFill>
                  <a:schemeClr val="tx2"/>
                </a:solidFill>
                <a:latin typeface="Epilogue" pitchFamily="2" charset="0"/>
              </a:rPr>
              <a:t>Developers</a:t>
            </a:r>
            <a:endParaRPr lang="en-US" sz="1300" dirty="0">
              <a:solidFill>
                <a:schemeClr val="tx2"/>
              </a:solidFill>
              <a:latin typeface="Epilogue" pitchFamily="2" charset="0"/>
            </a:endParaRPr>
          </a:p>
        </p:txBody>
      </p:sp>
      <p:pic>
        <p:nvPicPr>
          <p:cNvPr id="17" name="Graphic 16">
            <a:extLst>
              <a:ext uri="{FF2B5EF4-FFF2-40B4-BE49-F238E27FC236}">
                <a16:creationId xmlns:a16="http://schemas.microsoft.com/office/drawing/2014/main" id="{7885FAB1-2462-198D-7AC2-11DAB09836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2177" y="2388246"/>
            <a:ext cx="304800" cy="304800"/>
          </a:xfrm>
          <a:prstGeom prst="rect">
            <a:avLst/>
          </a:prstGeom>
        </p:spPr>
      </p:pic>
      <p:sp>
        <p:nvSpPr>
          <p:cNvPr id="18" name="Rectangle: Rounded Corners 17">
            <a:extLst>
              <a:ext uri="{FF2B5EF4-FFF2-40B4-BE49-F238E27FC236}">
                <a16:creationId xmlns:a16="http://schemas.microsoft.com/office/drawing/2014/main" id="{C9F0DFEC-9EDA-3FB6-773B-E3D4DC97850E}"/>
              </a:ext>
            </a:extLst>
          </p:cNvPr>
          <p:cNvSpPr/>
          <p:nvPr/>
        </p:nvSpPr>
        <p:spPr>
          <a:xfrm>
            <a:off x="1066801" y="2634064"/>
            <a:ext cx="4445000" cy="3533775"/>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923E87B-946C-93C6-C6FA-70AA07B7B16D}"/>
              </a:ext>
            </a:extLst>
          </p:cNvPr>
          <p:cNvSpPr txBox="1"/>
          <p:nvPr/>
        </p:nvSpPr>
        <p:spPr>
          <a:xfrm>
            <a:off x="1612902" y="3020804"/>
            <a:ext cx="1768433" cy="292388"/>
          </a:xfrm>
          <a:prstGeom prst="rect">
            <a:avLst/>
          </a:prstGeom>
          <a:noFill/>
        </p:spPr>
        <p:txBody>
          <a:bodyPr wrap="none" rtlCol="0">
            <a:spAutoFit/>
          </a:bodyPr>
          <a:lstStyle/>
          <a:p>
            <a:r>
              <a:rPr lang="en-US" sz="1300">
                <a:solidFill>
                  <a:schemeClr val="tx2"/>
                </a:solidFill>
                <a:latin typeface="Epilogue" pitchFamily="2" charset="0"/>
              </a:rPr>
              <a:t>Bootstrap Services</a:t>
            </a:r>
            <a:endParaRPr lang="en-US" sz="1300" dirty="0">
              <a:solidFill>
                <a:schemeClr val="tx2"/>
              </a:solidFill>
              <a:latin typeface="Epilogue" pitchFamily="2" charset="0"/>
            </a:endParaRPr>
          </a:p>
        </p:txBody>
      </p:sp>
      <p:sp>
        <p:nvSpPr>
          <p:cNvPr id="20" name="TextBox 19">
            <a:extLst>
              <a:ext uri="{FF2B5EF4-FFF2-40B4-BE49-F238E27FC236}">
                <a16:creationId xmlns:a16="http://schemas.microsoft.com/office/drawing/2014/main" id="{7CB95CFD-B4B9-00A9-DED7-1123A8E7E778}"/>
              </a:ext>
            </a:extLst>
          </p:cNvPr>
          <p:cNvSpPr txBox="1"/>
          <p:nvPr/>
        </p:nvSpPr>
        <p:spPr>
          <a:xfrm>
            <a:off x="1612902" y="3313192"/>
            <a:ext cx="3441699"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Product Development</a:t>
            </a:r>
            <a:endParaRPr lang="en-US" sz="3600" b="1" dirty="0">
              <a:solidFill>
                <a:schemeClr val="tx2"/>
              </a:solidFill>
              <a:latin typeface="Epilogue" pitchFamily="2" charset="0"/>
              <a:cs typeface="Rubik" pitchFamily="2" charset="-79"/>
            </a:endParaRPr>
          </a:p>
        </p:txBody>
      </p:sp>
      <p:sp>
        <p:nvSpPr>
          <p:cNvPr id="21" name="TextBox 20">
            <a:extLst>
              <a:ext uri="{FF2B5EF4-FFF2-40B4-BE49-F238E27FC236}">
                <a16:creationId xmlns:a16="http://schemas.microsoft.com/office/drawing/2014/main" id="{B682CBAA-DE5A-F49C-611B-D1569767EDD0}"/>
              </a:ext>
            </a:extLst>
          </p:cNvPr>
          <p:cNvSpPr txBox="1"/>
          <p:nvPr/>
        </p:nvSpPr>
        <p:spPr>
          <a:xfrm>
            <a:off x="1612902" y="4805909"/>
            <a:ext cx="3543298"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 simos ducimus qui blanditiis prae sentium volup tatum deleniti corrupti</a:t>
            </a:r>
            <a:endParaRPr lang="en-US" sz="1300" b="0" dirty="0">
              <a:solidFill>
                <a:schemeClr val="tx2"/>
              </a:solidFill>
              <a:effectLst/>
              <a:latin typeface="Epilogue" pitchFamily="2" charset="0"/>
            </a:endParaRPr>
          </a:p>
        </p:txBody>
      </p:sp>
      <p:sp>
        <p:nvSpPr>
          <p:cNvPr id="25" name="Graphic 24">
            <a:extLst>
              <a:ext uri="{FF2B5EF4-FFF2-40B4-BE49-F238E27FC236}">
                <a16:creationId xmlns:a16="http://schemas.microsoft.com/office/drawing/2014/main" id="{2941DDA0-C055-A814-21B1-D3D6471AABC9}"/>
              </a:ext>
            </a:extLst>
          </p:cNvPr>
          <p:cNvSpPr/>
          <p:nvPr/>
        </p:nvSpPr>
        <p:spPr>
          <a:xfrm>
            <a:off x="10562574" y="4513521"/>
            <a:ext cx="736072" cy="73607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Tree>
    <p:extLst>
      <p:ext uri="{BB962C8B-B14F-4D97-AF65-F5344CB8AC3E}">
        <p14:creationId xmlns:p14="http://schemas.microsoft.com/office/powerpoint/2010/main" val="3807710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7D2494E-EE6E-300C-8099-9ACB67BF1300}"/>
              </a:ext>
            </a:extLst>
          </p:cNvPr>
          <p:cNvSpPr>
            <a:spLocks noGrp="1"/>
          </p:cNvSpPr>
          <p:nvPr>
            <p:ph type="pic" sz="quarter" idx="10"/>
          </p:nvPr>
        </p:nvSpPr>
        <p:spPr/>
      </p:sp>
      <p:sp>
        <p:nvSpPr>
          <p:cNvPr id="38" name="Rectangle: Rounded Corners 37">
            <a:extLst>
              <a:ext uri="{FF2B5EF4-FFF2-40B4-BE49-F238E27FC236}">
                <a16:creationId xmlns:a16="http://schemas.microsoft.com/office/drawing/2014/main" id="{B55A2832-DE7F-2A50-0937-521B81E3C74A}"/>
              </a:ext>
            </a:extLst>
          </p:cNvPr>
          <p:cNvSpPr/>
          <p:nvPr/>
        </p:nvSpPr>
        <p:spPr>
          <a:xfrm>
            <a:off x="1066800" y="2764937"/>
            <a:ext cx="10058399" cy="2405464"/>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280276" y="685800"/>
            <a:ext cx="1217000" cy="292388"/>
          </a:xfrm>
          <a:prstGeom prst="rect">
            <a:avLst/>
          </a:prstGeom>
          <a:noFill/>
        </p:spPr>
        <p:txBody>
          <a:bodyPr wrap="none" rtlCol="0">
            <a:spAutoFit/>
          </a:bodyPr>
          <a:lstStyle/>
          <a:p>
            <a:r>
              <a:rPr lang="en-US" sz="1300">
                <a:solidFill>
                  <a:schemeClr val="tx2"/>
                </a:solidFill>
                <a:latin typeface="Epilogue" pitchFamily="2" charset="0"/>
              </a:rPr>
              <a:t>Our Services</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D2ECDB85-F5A1-E2EB-7828-5C537E087FF9}"/>
              </a:ext>
            </a:extLst>
          </p:cNvPr>
          <p:cNvSpPr txBox="1"/>
          <p:nvPr/>
        </p:nvSpPr>
        <p:spPr>
          <a:xfrm>
            <a:off x="6482498" y="1065071"/>
            <a:ext cx="4240092" cy="963405"/>
          </a:xfrm>
          <a:prstGeom prst="rect">
            <a:avLst/>
          </a:prstGeom>
          <a:noFill/>
        </p:spPr>
        <p:txBody>
          <a:bodyPr wrap="square" rtlCol="0">
            <a:spAutoFit/>
          </a:bodyPr>
          <a:lstStyle/>
          <a:p>
            <a:pPr>
              <a:lnSpc>
                <a:spcPct val="150000"/>
              </a:lnSpc>
            </a:pPr>
            <a:r>
              <a:rPr lang="en-US" sz="1300" dirty="0">
                <a:solidFill>
                  <a:schemeClr val="tx2"/>
                </a:solidFill>
                <a:latin typeface="Epilogue" pitchFamily="2" charset="0"/>
              </a:rPr>
              <a:t>At </a:t>
            </a:r>
            <a:r>
              <a:rPr lang="en-US" sz="1300" dirty="0" err="1">
                <a:solidFill>
                  <a:schemeClr val="tx2"/>
                </a:solidFill>
                <a:latin typeface="Epilogue" pitchFamily="2" charset="0"/>
              </a:rPr>
              <a:t>vero</a:t>
            </a:r>
            <a:r>
              <a:rPr lang="en-US" sz="1300" dirty="0">
                <a:solidFill>
                  <a:schemeClr val="tx2"/>
                </a:solidFill>
                <a:latin typeface="Epilogue" pitchFamily="2" charset="0"/>
              </a:rPr>
              <a:t> </a:t>
            </a:r>
            <a:r>
              <a:rPr lang="en-US" sz="1300" dirty="0" err="1">
                <a:solidFill>
                  <a:schemeClr val="tx2"/>
                </a:solidFill>
                <a:latin typeface="Epilogue" pitchFamily="2" charset="0"/>
              </a:rPr>
              <a:t>eos</a:t>
            </a:r>
            <a:r>
              <a:rPr lang="en-US" sz="1300" dirty="0">
                <a:solidFill>
                  <a:schemeClr val="tx2"/>
                </a:solidFill>
                <a:latin typeface="Epilogue" pitchFamily="2" charset="0"/>
              </a:rPr>
              <a:t> et </a:t>
            </a:r>
            <a:r>
              <a:rPr lang="en-US" sz="1300" dirty="0" err="1">
                <a:solidFill>
                  <a:schemeClr val="tx2"/>
                </a:solidFill>
                <a:latin typeface="Epilogue" pitchFamily="2" charset="0"/>
              </a:rPr>
              <a:t>accusamus</a:t>
            </a:r>
            <a:r>
              <a:rPr lang="en-US" sz="1300" dirty="0">
                <a:solidFill>
                  <a:schemeClr val="tx2"/>
                </a:solidFill>
                <a:latin typeface="Epilogue" pitchFamily="2" charset="0"/>
              </a:rPr>
              <a:t> et </a:t>
            </a:r>
            <a:r>
              <a:rPr lang="en-US" sz="1300" dirty="0" err="1">
                <a:solidFill>
                  <a:schemeClr val="tx2"/>
                </a:solidFill>
                <a:latin typeface="Epilogue" pitchFamily="2" charset="0"/>
              </a:rPr>
              <a:t>iusto</a:t>
            </a:r>
            <a:r>
              <a:rPr lang="en-US" sz="1300" dirty="0">
                <a:solidFill>
                  <a:schemeClr val="tx2"/>
                </a:solidFill>
                <a:latin typeface="Epilogue" pitchFamily="2" charset="0"/>
              </a:rPr>
              <a:t> </a:t>
            </a:r>
            <a:r>
              <a:rPr lang="en-US" sz="1300" err="1">
                <a:solidFill>
                  <a:schemeClr val="tx2"/>
                </a:solidFill>
                <a:latin typeface="Epilogue" pitchFamily="2" charset="0"/>
              </a:rPr>
              <a:t>odio</a:t>
            </a:r>
            <a:r>
              <a:rPr lang="en-US" sz="1300">
                <a:solidFill>
                  <a:schemeClr val="tx2"/>
                </a:solidFill>
                <a:latin typeface="Epilogue" pitchFamily="2" charset="0"/>
              </a:rPr>
              <a:t> dignissi mos </a:t>
            </a:r>
            <a:r>
              <a:rPr lang="en-US" sz="1300" err="1">
                <a:solidFill>
                  <a:schemeClr val="tx2"/>
                </a:solidFill>
                <a:latin typeface="Epilogue" pitchFamily="2" charset="0"/>
              </a:rPr>
              <a:t>ducimus</a:t>
            </a:r>
            <a:r>
              <a:rPr lang="en-US" sz="1300">
                <a:solidFill>
                  <a:schemeClr val="tx2"/>
                </a:solidFill>
                <a:latin typeface="Epilogue" pitchFamily="2" charset="0"/>
              </a:rPr>
              <a:t> blanditiis </a:t>
            </a:r>
            <a:r>
              <a:rPr lang="en-US" sz="1300" err="1">
                <a:solidFill>
                  <a:schemeClr val="tx2"/>
                </a:solidFill>
                <a:latin typeface="Epilogue" pitchFamily="2" charset="0"/>
              </a:rPr>
              <a:t>praesentium</a:t>
            </a:r>
            <a:r>
              <a:rPr lang="en-US" sz="1300">
                <a:solidFill>
                  <a:schemeClr val="tx2"/>
                </a:solidFill>
                <a:latin typeface="Epilogue" pitchFamily="2" charset="0"/>
              </a:rPr>
              <a:t> volupta et tum </a:t>
            </a:r>
            <a:r>
              <a:rPr lang="en-US" sz="1300" dirty="0" err="1">
                <a:solidFill>
                  <a:schemeClr val="tx2"/>
                </a:solidFill>
                <a:latin typeface="Epilogue" pitchFamily="2" charset="0"/>
              </a:rPr>
              <a:t>deleniti</a:t>
            </a:r>
            <a:r>
              <a:rPr lang="en-US" sz="1300" dirty="0">
                <a:solidFill>
                  <a:schemeClr val="tx2"/>
                </a:solidFill>
                <a:latin typeface="Epilogue" pitchFamily="2" charset="0"/>
              </a:rPr>
              <a:t> </a:t>
            </a:r>
            <a:r>
              <a:rPr lang="en-US" sz="1300" dirty="0" err="1">
                <a:solidFill>
                  <a:schemeClr val="tx2"/>
                </a:solidFill>
                <a:latin typeface="Epilogue" pitchFamily="2" charset="0"/>
              </a:rPr>
              <a:t>atque</a:t>
            </a:r>
            <a:r>
              <a:rPr lang="en-US" sz="1300" dirty="0">
                <a:solidFill>
                  <a:schemeClr val="tx2"/>
                </a:solidFill>
                <a:latin typeface="Epilogue" pitchFamily="2" charset="0"/>
              </a:rPr>
              <a:t> </a:t>
            </a:r>
            <a:r>
              <a:rPr lang="en-US" sz="1300" dirty="0" err="1">
                <a:solidFill>
                  <a:schemeClr val="tx2"/>
                </a:solidFill>
                <a:latin typeface="Epilogue" pitchFamily="2" charset="0"/>
              </a:rPr>
              <a:t>corrupti</a:t>
            </a:r>
            <a:r>
              <a:rPr lang="en-US" sz="1300" dirty="0">
                <a:solidFill>
                  <a:schemeClr val="tx2"/>
                </a:solidFill>
                <a:latin typeface="Epilogue" pitchFamily="2" charset="0"/>
              </a:rPr>
              <a:t> quos </a:t>
            </a:r>
            <a:r>
              <a:rPr lang="en-US" sz="1300" err="1">
                <a:solidFill>
                  <a:schemeClr val="tx2"/>
                </a:solidFill>
                <a:latin typeface="Epilogue" pitchFamily="2" charset="0"/>
              </a:rPr>
              <a:t>dolores</a:t>
            </a:r>
            <a:r>
              <a:rPr lang="en-US" sz="1300">
                <a:solidFill>
                  <a:schemeClr val="tx2"/>
                </a:solidFill>
                <a:latin typeface="Epilogue" pitchFamily="2" charset="0"/>
              </a:rPr>
              <a:t> quas.</a:t>
            </a:r>
            <a:endParaRPr lang="en-US" sz="1300" b="0" dirty="0">
              <a:solidFill>
                <a:schemeClr val="tx2"/>
              </a:solidFill>
              <a:effectLst/>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280277" y="978188"/>
            <a:ext cx="3514724"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Product Development</a:t>
            </a:r>
            <a:endParaRPr lang="en-US" sz="3600" b="1" dirty="0">
              <a:solidFill>
                <a:schemeClr val="tx2"/>
              </a:solidFill>
              <a:latin typeface="Epilogue" pitchFamily="2" charset="0"/>
              <a:cs typeface="Rubik" pitchFamily="2" charset="-79"/>
            </a:endParaRPr>
          </a:p>
        </p:txBody>
      </p:sp>
      <p:sp>
        <p:nvSpPr>
          <p:cNvPr id="5" name="TextBox 4">
            <a:extLst>
              <a:ext uri="{FF2B5EF4-FFF2-40B4-BE49-F238E27FC236}">
                <a16:creationId xmlns:a16="http://schemas.microsoft.com/office/drawing/2014/main" id="{1420DD90-6AEC-00A6-E817-4C33C9A25329}"/>
              </a:ext>
            </a:extLst>
          </p:cNvPr>
          <p:cNvSpPr txBox="1"/>
          <p:nvPr/>
        </p:nvSpPr>
        <p:spPr>
          <a:xfrm>
            <a:off x="1445240" y="3761620"/>
            <a:ext cx="894797" cy="292388"/>
          </a:xfrm>
          <a:prstGeom prst="rect">
            <a:avLst/>
          </a:prstGeom>
        </p:spPr>
        <p:txBody>
          <a:bodyPr wrap="none" rtlCol="0">
            <a:spAutoFit/>
          </a:bodyPr>
          <a:lstStyle/>
          <a:p>
            <a:r>
              <a:rPr lang="en-US" sz="1300" b="1">
                <a:solidFill>
                  <a:schemeClr val="tx2"/>
                </a:solidFill>
                <a:latin typeface="Epilogue" pitchFamily="2" charset="0"/>
              </a:rPr>
              <a:t>Ideation</a:t>
            </a:r>
            <a:endParaRPr lang="en-US" sz="1300" b="1" dirty="0">
              <a:solidFill>
                <a:schemeClr val="tx2"/>
              </a:solidFill>
              <a:latin typeface="Epilogue" pitchFamily="2" charset="0"/>
            </a:endParaRPr>
          </a:p>
        </p:txBody>
      </p:sp>
      <p:sp>
        <p:nvSpPr>
          <p:cNvPr id="6" name="TextBox 5">
            <a:extLst>
              <a:ext uri="{FF2B5EF4-FFF2-40B4-BE49-F238E27FC236}">
                <a16:creationId xmlns:a16="http://schemas.microsoft.com/office/drawing/2014/main" id="{C8C67B4E-128B-8B6D-1FC7-BA182B5C76B3}"/>
              </a:ext>
            </a:extLst>
          </p:cNvPr>
          <p:cNvSpPr txBox="1"/>
          <p:nvPr/>
        </p:nvSpPr>
        <p:spPr>
          <a:xfrm>
            <a:off x="1445240" y="4054008"/>
            <a:ext cx="1857374"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accusa mus et dignissimos</a:t>
            </a:r>
            <a:endParaRPr lang="en-US" sz="1300" b="0" dirty="0">
              <a:solidFill>
                <a:schemeClr val="tx2"/>
              </a:solidFill>
              <a:effectLst/>
              <a:latin typeface="Epilogue" pitchFamily="2" charset="0"/>
            </a:endParaRPr>
          </a:p>
        </p:txBody>
      </p:sp>
      <p:sp>
        <p:nvSpPr>
          <p:cNvPr id="20" name="TextBox 19">
            <a:extLst>
              <a:ext uri="{FF2B5EF4-FFF2-40B4-BE49-F238E27FC236}">
                <a16:creationId xmlns:a16="http://schemas.microsoft.com/office/drawing/2014/main" id="{70F92D08-F672-87DD-D12C-730A6083145F}"/>
              </a:ext>
            </a:extLst>
          </p:cNvPr>
          <p:cNvSpPr txBox="1"/>
          <p:nvPr/>
        </p:nvSpPr>
        <p:spPr>
          <a:xfrm>
            <a:off x="3963869" y="3761620"/>
            <a:ext cx="599844" cy="292388"/>
          </a:xfrm>
          <a:prstGeom prst="rect">
            <a:avLst/>
          </a:prstGeom>
        </p:spPr>
        <p:txBody>
          <a:bodyPr wrap="none" rtlCol="0">
            <a:spAutoFit/>
          </a:bodyPr>
          <a:lstStyle/>
          <a:p>
            <a:r>
              <a:rPr lang="en-US" sz="1300" b="1">
                <a:solidFill>
                  <a:schemeClr val="tx2"/>
                </a:solidFill>
                <a:latin typeface="Epilogue" pitchFamily="2" charset="0"/>
              </a:rPr>
              <a:t>Build</a:t>
            </a:r>
            <a:endParaRPr lang="en-US" sz="1300" b="1" dirty="0">
              <a:solidFill>
                <a:schemeClr val="tx2"/>
              </a:solidFill>
              <a:latin typeface="Epilogue" pitchFamily="2" charset="0"/>
            </a:endParaRPr>
          </a:p>
        </p:txBody>
      </p:sp>
      <p:sp>
        <p:nvSpPr>
          <p:cNvPr id="24" name="TextBox 23">
            <a:extLst>
              <a:ext uri="{FF2B5EF4-FFF2-40B4-BE49-F238E27FC236}">
                <a16:creationId xmlns:a16="http://schemas.microsoft.com/office/drawing/2014/main" id="{69DA44EE-56C6-0618-0BAA-939303E9EE45}"/>
              </a:ext>
            </a:extLst>
          </p:cNvPr>
          <p:cNvSpPr txBox="1"/>
          <p:nvPr/>
        </p:nvSpPr>
        <p:spPr>
          <a:xfrm>
            <a:off x="3963869" y="4054008"/>
            <a:ext cx="1857374"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Mus et dignissimos blanditiis praesen</a:t>
            </a:r>
            <a:endParaRPr lang="en-US" sz="1300" b="0" dirty="0">
              <a:solidFill>
                <a:schemeClr val="tx2"/>
              </a:solidFill>
              <a:effectLst/>
              <a:latin typeface="Epilogue" pitchFamily="2" charset="0"/>
            </a:endParaRPr>
          </a:p>
        </p:txBody>
      </p:sp>
      <p:sp>
        <p:nvSpPr>
          <p:cNvPr id="27" name="TextBox 26">
            <a:extLst>
              <a:ext uri="{FF2B5EF4-FFF2-40B4-BE49-F238E27FC236}">
                <a16:creationId xmlns:a16="http://schemas.microsoft.com/office/drawing/2014/main" id="{49B08D13-579E-8A59-8B58-74A88F44027B}"/>
              </a:ext>
            </a:extLst>
          </p:cNvPr>
          <p:cNvSpPr txBox="1"/>
          <p:nvPr/>
        </p:nvSpPr>
        <p:spPr>
          <a:xfrm>
            <a:off x="6482498" y="3761620"/>
            <a:ext cx="696024" cy="292388"/>
          </a:xfrm>
          <a:prstGeom prst="rect">
            <a:avLst/>
          </a:prstGeom>
        </p:spPr>
        <p:txBody>
          <a:bodyPr wrap="none" rtlCol="0">
            <a:spAutoFit/>
          </a:bodyPr>
          <a:lstStyle/>
          <a:p>
            <a:r>
              <a:rPr lang="en-US" sz="1300" b="1">
                <a:solidFill>
                  <a:schemeClr val="tx2"/>
                </a:solidFill>
                <a:latin typeface="Epilogue" pitchFamily="2" charset="0"/>
              </a:rPr>
              <a:t>Lauch</a:t>
            </a:r>
            <a:endParaRPr lang="en-US" sz="1300" b="1" dirty="0">
              <a:solidFill>
                <a:schemeClr val="tx2"/>
              </a:solidFill>
              <a:latin typeface="Epilogue" pitchFamily="2" charset="0"/>
            </a:endParaRPr>
          </a:p>
        </p:txBody>
      </p:sp>
      <p:sp>
        <p:nvSpPr>
          <p:cNvPr id="28" name="TextBox 27">
            <a:extLst>
              <a:ext uri="{FF2B5EF4-FFF2-40B4-BE49-F238E27FC236}">
                <a16:creationId xmlns:a16="http://schemas.microsoft.com/office/drawing/2014/main" id="{46242946-4095-A72A-E141-38A0F0698663}"/>
              </a:ext>
            </a:extLst>
          </p:cNvPr>
          <p:cNvSpPr txBox="1"/>
          <p:nvPr/>
        </p:nvSpPr>
        <p:spPr>
          <a:xfrm>
            <a:off x="6482498" y="4054008"/>
            <a:ext cx="1857374"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Blanditiis vero eos mus et dignissimos</a:t>
            </a:r>
            <a:endParaRPr lang="en-US" sz="1300" b="0" dirty="0">
              <a:solidFill>
                <a:schemeClr val="tx2"/>
              </a:solidFill>
              <a:effectLst/>
              <a:latin typeface="Epilogue" pitchFamily="2" charset="0"/>
            </a:endParaRPr>
          </a:p>
        </p:txBody>
      </p:sp>
      <p:sp>
        <p:nvSpPr>
          <p:cNvPr id="31" name="TextBox 30">
            <a:extLst>
              <a:ext uri="{FF2B5EF4-FFF2-40B4-BE49-F238E27FC236}">
                <a16:creationId xmlns:a16="http://schemas.microsoft.com/office/drawing/2014/main" id="{09B95CB5-8B86-6558-46EB-D29202A262B8}"/>
              </a:ext>
            </a:extLst>
          </p:cNvPr>
          <p:cNvSpPr txBox="1"/>
          <p:nvPr/>
        </p:nvSpPr>
        <p:spPr>
          <a:xfrm>
            <a:off x="9001128" y="3761620"/>
            <a:ext cx="790601" cy="292388"/>
          </a:xfrm>
          <a:prstGeom prst="rect">
            <a:avLst/>
          </a:prstGeom>
        </p:spPr>
        <p:txBody>
          <a:bodyPr wrap="none" rtlCol="0">
            <a:spAutoFit/>
          </a:bodyPr>
          <a:lstStyle/>
          <a:p>
            <a:r>
              <a:rPr lang="en-US" sz="1300" b="1">
                <a:solidFill>
                  <a:schemeClr val="tx2"/>
                </a:solidFill>
                <a:latin typeface="Epilogue" pitchFamily="2" charset="0"/>
              </a:rPr>
              <a:t>Iterate</a:t>
            </a:r>
            <a:endParaRPr lang="en-US" sz="1300" b="1" dirty="0">
              <a:solidFill>
                <a:schemeClr val="tx2"/>
              </a:solidFill>
              <a:latin typeface="Epilogue" pitchFamily="2" charset="0"/>
            </a:endParaRPr>
          </a:p>
        </p:txBody>
      </p:sp>
      <p:sp>
        <p:nvSpPr>
          <p:cNvPr id="32" name="TextBox 31">
            <a:extLst>
              <a:ext uri="{FF2B5EF4-FFF2-40B4-BE49-F238E27FC236}">
                <a16:creationId xmlns:a16="http://schemas.microsoft.com/office/drawing/2014/main" id="{601E4547-F16B-AD34-6D7B-9685D3869F65}"/>
              </a:ext>
            </a:extLst>
          </p:cNvPr>
          <p:cNvSpPr txBox="1"/>
          <p:nvPr/>
        </p:nvSpPr>
        <p:spPr>
          <a:xfrm>
            <a:off x="9001128" y="4054008"/>
            <a:ext cx="1857374"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Praesen eos accusa mus et dignissimos</a:t>
            </a:r>
            <a:endParaRPr lang="en-US" sz="1300" b="0" dirty="0">
              <a:solidFill>
                <a:schemeClr val="tx2"/>
              </a:solidFill>
              <a:effectLst/>
              <a:latin typeface="Epilogue" pitchFamily="2" charset="0"/>
            </a:endParaRPr>
          </a:p>
        </p:txBody>
      </p:sp>
      <p:pic>
        <p:nvPicPr>
          <p:cNvPr id="34" name="Graphic 33">
            <a:extLst>
              <a:ext uri="{FF2B5EF4-FFF2-40B4-BE49-F238E27FC236}">
                <a16:creationId xmlns:a16="http://schemas.microsoft.com/office/drawing/2014/main" id="{B2861784-0356-A73C-F66A-4A4CEEA866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7640" y="3234426"/>
            <a:ext cx="304800" cy="304800"/>
          </a:xfrm>
          <a:prstGeom prst="rect">
            <a:avLst/>
          </a:prstGeom>
        </p:spPr>
      </p:pic>
      <p:pic>
        <p:nvPicPr>
          <p:cNvPr id="35" name="Graphic 34">
            <a:extLst>
              <a:ext uri="{FF2B5EF4-FFF2-40B4-BE49-F238E27FC236}">
                <a16:creationId xmlns:a16="http://schemas.microsoft.com/office/drawing/2014/main" id="{28275F92-EC8E-DC62-3B04-C190E1B75F1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11391" y="3231323"/>
            <a:ext cx="304800" cy="304800"/>
          </a:xfrm>
          <a:prstGeom prst="rect">
            <a:avLst/>
          </a:prstGeom>
        </p:spPr>
      </p:pic>
      <p:pic>
        <p:nvPicPr>
          <p:cNvPr id="36" name="Graphic 35">
            <a:extLst>
              <a:ext uri="{FF2B5EF4-FFF2-40B4-BE49-F238E27FC236}">
                <a16:creationId xmlns:a16="http://schemas.microsoft.com/office/drawing/2014/main" id="{59B5F2FB-3B81-F61A-9522-E69AD16500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34898" y="3231323"/>
            <a:ext cx="304800" cy="304800"/>
          </a:xfrm>
          <a:prstGeom prst="rect">
            <a:avLst/>
          </a:prstGeom>
        </p:spPr>
      </p:pic>
      <p:pic>
        <p:nvPicPr>
          <p:cNvPr id="37" name="Graphic 36">
            <a:extLst>
              <a:ext uri="{FF2B5EF4-FFF2-40B4-BE49-F238E27FC236}">
                <a16:creationId xmlns:a16="http://schemas.microsoft.com/office/drawing/2014/main" id="{AF74DBE8-366F-7A3C-DD9B-012784FC2D7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53528" y="3231323"/>
            <a:ext cx="304800" cy="304800"/>
          </a:xfrm>
          <a:prstGeom prst="rect">
            <a:avLst/>
          </a:prstGeom>
        </p:spPr>
      </p:pic>
      <p:sp>
        <p:nvSpPr>
          <p:cNvPr id="40" name="Graphic 21">
            <a:extLst>
              <a:ext uri="{FF2B5EF4-FFF2-40B4-BE49-F238E27FC236}">
                <a16:creationId xmlns:a16="http://schemas.microsoft.com/office/drawing/2014/main" id="{F47E908C-CFA3-1713-6838-3DC726AB6085}"/>
              </a:ext>
            </a:extLst>
          </p:cNvPr>
          <p:cNvSpPr/>
          <p:nvPr/>
        </p:nvSpPr>
        <p:spPr>
          <a:xfrm>
            <a:off x="3526366" y="840090"/>
            <a:ext cx="1474850" cy="588862"/>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1" name="Graphic 15">
            <a:extLst>
              <a:ext uri="{FF2B5EF4-FFF2-40B4-BE49-F238E27FC236}">
                <a16:creationId xmlns:a16="http://schemas.microsoft.com/office/drawing/2014/main" id="{40DB1953-BB25-3E19-3EE8-99694EB09E76}"/>
              </a:ext>
            </a:extLst>
          </p:cNvPr>
          <p:cNvSpPr/>
          <p:nvPr/>
        </p:nvSpPr>
        <p:spPr>
          <a:xfrm>
            <a:off x="10248707" y="1974537"/>
            <a:ext cx="1580798" cy="1580798"/>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42" name="Graphic 24">
            <a:extLst>
              <a:ext uri="{FF2B5EF4-FFF2-40B4-BE49-F238E27FC236}">
                <a16:creationId xmlns:a16="http://schemas.microsoft.com/office/drawing/2014/main" id="{DEBF144E-58B2-79EC-9A83-9A178766A71F}"/>
              </a:ext>
            </a:extLst>
          </p:cNvPr>
          <p:cNvSpPr/>
          <p:nvPr/>
        </p:nvSpPr>
        <p:spPr>
          <a:xfrm>
            <a:off x="273324" y="-612158"/>
            <a:ext cx="1224316" cy="1224316"/>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4" name="Freeform: Shape 43">
            <a:extLst>
              <a:ext uri="{FF2B5EF4-FFF2-40B4-BE49-F238E27FC236}">
                <a16:creationId xmlns:a16="http://schemas.microsoft.com/office/drawing/2014/main" id="{1FD594C3-085E-C398-1122-6B0A64F06D47}"/>
              </a:ext>
            </a:extLst>
          </p:cNvPr>
          <p:cNvSpPr/>
          <p:nvPr/>
        </p:nvSpPr>
        <p:spPr>
          <a:xfrm>
            <a:off x="2722979" y="2432805"/>
            <a:ext cx="209034" cy="209034"/>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D1296CF-957D-60DF-759B-748486EFEE88}"/>
              </a:ext>
            </a:extLst>
          </p:cNvPr>
          <p:cNvSpPr/>
          <p:nvPr/>
        </p:nvSpPr>
        <p:spPr>
          <a:xfrm>
            <a:off x="2932013" y="2572127"/>
            <a:ext cx="370601" cy="370601"/>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08753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9E5C91-B54C-9DBC-0DB8-A51638A29057}"/>
              </a:ext>
            </a:extLst>
          </p:cNvPr>
          <p:cNvSpPr/>
          <p:nvPr/>
        </p:nvSpPr>
        <p:spPr>
          <a:xfrm>
            <a:off x="9112311" y="0"/>
            <a:ext cx="307968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raphic 24">
            <a:extLst>
              <a:ext uri="{FF2B5EF4-FFF2-40B4-BE49-F238E27FC236}">
                <a16:creationId xmlns:a16="http://schemas.microsoft.com/office/drawing/2014/main" id="{97259B0E-A7BD-5087-242A-54442A28A67D}"/>
              </a:ext>
            </a:extLst>
          </p:cNvPr>
          <p:cNvSpPr/>
          <p:nvPr/>
        </p:nvSpPr>
        <p:spPr>
          <a:xfrm>
            <a:off x="9340445" y="1076602"/>
            <a:ext cx="2174854" cy="217485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 name="TextBox 3">
            <a:extLst>
              <a:ext uri="{FF2B5EF4-FFF2-40B4-BE49-F238E27FC236}">
                <a16:creationId xmlns:a16="http://schemas.microsoft.com/office/drawing/2014/main" id="{8240C06B-8EAA-45A1-D816-D276AF45D3B4}"/>
              </a:ext>
            </a:extLst>
          </p:cNvPr>
          <p:cNvSpPr txBox="1"/>
          <p:nvPr/>
        </p:nvSpPr>
        <p:spPr>
          <a:xfrm>
            <a:off x="293516" y="385180"/>
            <a:ext cx="8879354" cy="1862048"/>
          </a:xfrm>
          <a:prstGeom prst="rect">
            <a:avLst/>
          </a:prstGeom>
          <a:noFill/>
        </p:spPr>
        <p:txBody>
          <a:bodyPr wrap="none" rtlCol="0">
            <a:spAutoFit/>
          </a:bodyPr>
          <a:lstStyle/>
          <a:p>
            <a:pPr algn="ctr"/>
            <a:r>
              <a:rPr lang="en-US" sz="11500" b="1" spc="600">
                <a:ln w="12700">
                  <a:solidFill>
                    <a:schemeClr val="tx2">
                      <a:alpha val="15000"/>
                    </a:schemeClr>
                  </a:solidFill>
                </a:ln>
                <a:noFill/>
                <a:latin typeface="Epilogue Black" pitchFamily="2" charset="0"/>
              </a:rPr>
              <a:t>PRODUCTS</a:t>
            </a:r>
          </a:p>
        </p:txBody>
      </p:sp>
      <p:sp>
        <p:nvSpPr>
          <p:cNvPr id="2" name="TextBox 1">
            <a:extLst>
              <a:ext uri="{FF2B5EF4-FFF2-40B4-BE49-F238E27FC236}">
                <a16:creationId xmlns:a16="http://schemas.microsoft.com/office/drawing/2014/main" id="{2C71715A-8270-2E41-1C74-6076C6B859B8}"/>
              </a:ext>
            </a:extLst>
          </p:cNvPr>
          <p:cNvSpPr txBox="1"/>
          <p:nvPr/>
        </p:nvSpPr>
        <p:spPr>
          <a:xfrm>
            <a:off x="1066800" y="686042"/>
            <a:ext cx="3079689" cy="830997"/>
          </a:xfrm>
          <a:prstGeom prst="rect">
            <a:avLst/>
          </a:prstGeom>
          <a:noFill/>
        </p:spPr>
        <p:txBody>
          <a:bodyPr wrap="none" rtlCol="0">
            <a:spAutoFit/>
          </a:bodyPr>
          <a:lstStyle/>
          <a:p>
            <a:r>
              <a:rPr lang="en-US" sz="4800" b="1">
                <a:solidFill>
                  <a:schemeClr val="tx2"/>
                </a:solidFill>
                <a:latin typeface="Epilogue" pitchFamily="2" charset="0"/>
              </a:rPr>
              <a:t>Products</a:t>
            </a:r>
          </a:p>
        </p:txBody>
      </p:sp>
      <p:sp>
        <p:nvSpPr>
          <p:cNvPr id="3" name="TextBox 2">
            <a:extLst>
              <a:ext uri="{FF2B5EF4-FFF2-40B4-BE49-F238E27FC236}">
                <a16:creationId xmlns:a16="http://schemas.microsoft.com/office/drawing/2014/main" id="{2A3DCD32-63B4-4935-B24B-D00668496A4D}"/>
              </a:ext>
            </a:extLst>
          </p:cNvPr>
          <p:cNvSpPr txBox="1"/>
          <p:nvPr/>
        </p:nvSpPr>
        <p:spPr>
          <a:xfrm>
            <a:off x="1066800" y="1517039"/>
            <a:ext cx="1645002" cy="292388"/>
          </a:xfrm>
          <a:prstGeom prst="rect">
            <a:avLst/>
          </a:prstGeom>
          <a:noFill/>
        </p:spPr>
        <p:txBody>
          <a:bodyPr wrap="none" rtlCol="0">
            <a:spAutoFit/>
          </a:bodyPr>
          <a:lstStyle/>
          <a:p>
            <a:r>
              <a:rPr lang="en-US" sz="1300">
                <a:solidFill>
                  <a:schemeClr val="tx2"/>
                </a:solidFill>
                <a:latin typeface="Epilogue" pitchFamily="2" charset="0"/>
              </a:rPr>
              <a:t>Our Recent Works</a:t>
            </a:r>
          </a:p>
        </p:txBody>
      </p:sp>
      <p:sp>
        <p:nvSpPr>
          <p:cNvPr id="7" name="Picture Placeholder 6">
            <a:extLst>
              <a:ext uri="{FF2B5EF4-FFF2-40B4-BE49-F238E27FC236}">
                <a16:creationId xmlns:a16="http://schemas.microsoft.com/office/drawing/2014/main" id="{725D9091-CE77-B8D8-5B47-66A3DE55274B}"/>
              </a:ext>
            </a:extLst>
          </p:cNvPr>
          <p:cNvSpPr>
            <a:spLocks noGrp="1"/>
          </p:cNvSpPr>
          <p:nvPr>
            <p:ph type="pic" sz="quarter" idx="10"/>
          </p:nvPr>
        </p:nvSpPr>
        <p:spPr/>
      </p:sp>
      <p:sp>
        <p:nvSpPr>
          <p:cNvPr id="9" name="Picture Placeholder 8">
            <a:extLst>
              <a:ext uri="{FF2B5EF4-FFF2-40B4-BE49-F238E27FC236}">
                <a16:creationId xmlns:a16="http://schemas.microsoft.com/office/drawing/2014/main" id="{B8BCD7A7-D617-F8E9-01FC-0EC8254E0ACC}"/>
              </a:ext>
            </a:extLst>
          </p:cNvPr>
          <p:cNvSpPr>
            <a:spLocks noGrp="1"/>
          </p:cNvSpPr>
          <p:nvPr>
            <p:ph type="pic" sz="quarter" idx="11"/>
          </p:nvPr>
        </p:nvSpPr>
        <p:spPr/>
      </p:sp>
      <p:sp>
        <p:nvSpPr>
          <p:cNvPr id="11" name="Picture Placeholder 10">
            <a:extLst>
              <a:ext uri="{FF2B5EF4-FFF2-40B4-BE49-F238E27FC236}">
                <a16:creationId xmlns:a16="http://schemas.microsoft.com/office/drawing/2014/main" id="{E4B05A31-EA48-5CE5-C5CE-59A3803E33D2}"/>
              </a:ext>
            </a:extLst>
          </p:cNvPr>
          <p:cNvSpPr>
            <a:spLocks noGrp="1"/>
          </p:cNvSpPr>
          <p:nvPr>
            <p:ph type="pic" sz="quarter" idx="12"/>
          </p:nvPr>
        </p:nvSpPr>
        <p:spPr/>
      </p:sp>
      <p:sp>
        <p:nvSpPr>
          <p:cNvPr id="13" name="Picture Placeholder 12">
            <a:extLst>
              <a:ext uri="{FF2B5EF4-FFF2-40B4-BE49-F238E27FC236}">
                <a16:creationId xmlns:a16="http://schemas.microsoft.com/office/drawing/2014/main" id="{B11BA3B9-2D7D-A82D-AF82-32316C524E9F}"/>
              </a:ext>
            </a:extLst>
          </p:cNvPr>
          <p:cNvSpPr>
            <a:spLocks noGrp="1"/>
          </p:cNvSpPr>
          <p:nvPr>
            <p:ph type="pic" sz="quarter" idx="13"/>
          </p:nvPr>
        </p:nvSpPr>
        <p:spPr/>
      </p:sp>
      <p:sp>
        <p:nvSpPr>
          <p:cNvPr id="15" name="Picture Placeholder 14">
            <a:extLst>
              <a:ext uri="{FF2B5EF4-FFF2-40B4-BE49-F238E27FC236}">
                <a16:creationId xmlns:a16="http://schemas.microsoft.com/office/drawing/2014/main" id="{2A34C264-F69B-ED67-B9FB-F374ED554BD3}"/>
              </a:ext>
            </a:extLst>
          </p:cNvPr>
          <p:cNvSpPr>
            <a:spLocks noGrp="1"/>
          </p:cNvSpPr>
          <p:nvPr>
            <p:ph type="pic" sz="quarter" idx="14"/>
          </p:nvPr>
        </p:nvSpPr>
        <p:spPr/>
      </p:sp>
      <p:sp>
        <p:nvSpPr>
          <p:cNvPr id="17" name="Picture Placeholder 16">
            <a:extLst>
              <a:ext uri="{FF2B5EF4-FFF2-40B4-BE49-F238E27FC236}">
                <a16:creationId xmlns:a16="http://schemas.microsoft.com/office/drawing/2014/main" id="{AB4BACE2-5816-9A26-9053-61E6C3066AD6}"/>
              </a:ext>
            </a:extLst>
          </p:cNvPr>
          <p:cNvSpPr>
            <a:spLocks noGrp="1"/>
          </p:cNvSpPr>
          <p:nvPr>
            <p:ph type="pic" sz="quarter" idx="15"/>
          </p:nvPr>
        </p:nvSpPr>
        <p:spPr/>
      </p:sp>
      <p:sp>
        <p:nvSpPr>
          <p:cNvPr id="30" name="Graphic 15">
            <a:extLst>
              <a:ext uri="{FF2B5EF4-FFF2-40B4-BE49-F238E27FC236}">
                <a16:creationId xmlns:a16="http://schemas.microsoft.com/office/drawing/2014/main" id="{A22CC657-A3FD-49F1-3AD9-99898980B82F}"/>
              </a:ext>
            </a:extLst>
          </p:cNvPr>
          <p:cNvSpPr/>
          <p:nvPr/>
        </p:nvSpPr>
        <p:spPr>
          <a:xfrm>
            <a:off x="2993528" y="1635694"/>
            <a:ext cx="1284863" cy="1284863"/>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32" name="Graphic 21">
            <a:extLst>
              <a:ext uri="{FF2B5EF4-FFF2-40B4-BE49-F238E27FC236}">
                <a16:creationId xmlns:a16="http://schemas.microsoft.com/office/drawing/2014/main" id="{21FA493E-A07E-A3D1-2F9C-461B1CC4E5FD}"/>
              </a:ext>
            </a:extLst>
          </p:cNvPr>
          <p:cNvSpPr/>
          <p:nvPr/>
        </p:nvSpPr>
        <p:spPr>
          <a:xfrm>
            <a:off x="5660651" y="1843946"/>
            <a:ext cx="1603344" cy="640166"/>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3" name="Freeform: Shape 32">
            <a:extLst>
              <a:ext uri="{FF2B5EF4-FFF2-40B4-BE49-F238E27FC236}">
                <a16:creationId xmlns:a16="http://schemas.microsoft.com/office/drawing/2014/main" id="{F18C89A7-903F-33D0-E741-5628FE7AAA2F}"/>
              </a:ext>
            </a:extLst>
          </p:cNvPr>
          <p:cNvSpPr/>
          <p:nvPr/>
        </p:nvSpPr>
        <p:spPr>
          <a:xfrm>
            <a:off x="1427143" y="5240934"/>
            <a:ext cx="229478" cy="2294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EAFC114C-A3DA-E935-B0EE-3A76C4D71C2E}"/>
              </a:ext>
            </a:extLst>
          </p:cNvPr>
          <p:cNvSpPr/>
          <p:nvPr/>
        </p:nvSpPr>
        <p:spPr>
          <a:xfrm>
            <a:off x="1630566" y="5329618"/>
            <a:ext cx="406847" cy="40684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03383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3B1BEB0-13A2-D6C5-E0AD-79124352782F}"/>
              </a:ext>
            </a:extLst>
          </p:cNvPr>
          <p:cNvSpPr/>
          <p:nvPr/>
        </p:nvSpPr>
        <p:spPr>
          <a:xfrm>
            <a:off x="1" y="0"/>
            <a:ext cx="27559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Graphic 24">
            <a:extLst>
              <a:ext uri="{FF2B5EF4-FFF2-40B4-BE49-F238E27FC236}">
                <a16:creationId xmlns:a16="http://schemas.microsoft.com/office/drawing/2014/main" id="{4F7C04F6-1758-35D8-D164-24304EB10D23}"/>
              </a:ext>
            </a:extLst>
          </p:cNvPr>
          <p:cNvSpPr/>
          <p:nvPr/>
        </p:nvSpPr>
        <p:spPr>
          <a:xfrm>
            <a:off x="375220" y="424858"/>
            <a:ext cx="1910780" cy="1910780"/>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extBox 1">
            <a:extLst>
              <a:ext uri="{FF2B5EF4-FFF2-40B4-BE49-F238E27FC236}">
                <a16:creationId xmlns:a16="http://schemas.microsoft.com/office/drawing/2014/main" id="{B47A6F81-193B-49D8-937A-16B975924CF6}"/>
              </a:ext>
            </a:extLst>
          </p:cNvPr>
          <p:cNvSpPr txBox="1"/>
          <p:nvPr/>
        </p:nvSpPr>
        <p:spPr>
          <a:xfrm>
            <a:off x="5840003" y="1297925"/>
            <a:ext cx="1164101" cy="292388"/>
          </a:xfrm>
          <a:prstGeom prst="rect">
            <a:avLst/>
          </a:prstGeom>
          <a:noFill/>
        </p:spPr>
        <p:txBody>
          <a:bodyPr wrap="none" rtlCol="0">
            <a:spAutoFit/>
          </a:bodyPr>
          <a:lstStyle/>
          <a:p>
            <a:pPr algn="ctr"/>
            <a:r>
              <a:rPr lang="en-US" sz="1300">
                <a:solidFill>
                  <a:schemeClr val="tx2"/>
                </a:solidFill>
                <a:latin typeface="Epilogue" pitchFamily="2" charset="0"/>
              </a:rPr>
              <a:t>Our Product</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4999654" y="1590313"/>
            <a:ext cx="2844799" cy="646331"/>
          </a:xfrm>
          <a:prstGeom prst="rect">
            <a:avLst/>
          </a:prstGeom>
          <a:noFill/>
        </p:spPr>
        <p:txBody>
          <a:bodyPr wrap="square" rtlCol="0">
            <a:spAutoFit/>
          </a:bodyPr>
          <a:lstStyle/>
          <a:p>
            <a:pPr algn="ctr"/>
            <a:r>
              <a:rPr lang="en-US" sz="3600" b="1">
                <a:solidFill>
                  <a:schemeClr val="tx2"/>
                </a:solidFill>
                <a:latin typeface="Epilogue" pitchFamily="2" charset="0"/>
                <a:cs typeface="Rubik" pitchFamily="2" charset="-79"/>
              </a:rPr>
              <a:t>Sales Apps</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5076826" y="2814637"/>
            <a:ext cx="2690456" cy="1563570"/>
          </a:xfrm>
          <a:prstGeom prst="rect">
            <a:avLst/>
          </a:prstGeom>
          <a:noFill/>
        </p:spPr>
        <p:txBody>
          <a:bodyPr wrap="square" rtlCol="0">
            <a:spAutoFit/>
          </a:bodyPr>
          <a:lstStyle/>
          <a:p>
            <a:pPr algn="ctr">
              <a:lnSpc>
                <a:spcPct val="150000"/>
              </a:lnSpc>
            </a:pPr>
            <a:r>
              <a:rPr lang="en-US" sz="1300">
                <a:solidFill>
                  <a:schemeClr val="tx2"/>
                </a:solidFill>
                <a:latin typeface="Epilogue" pitchFamily="2" charset="0"/>
              </a:rPr>
              <a:t>At vero eos et accusamus et odio dignissimos ducimus qui blan ditiis prae sentium iusto quos corupti atque deleniti dolores quas voluptatum.</a:t>
            </a:r>
            <a:endParaRPr lang="en-US" sz="1300" b="0" dirty="0">
              <a:solidFill>
                <a:schemeClr val="tx2"/>
              </a:solidFill>
              <a:effectLst/>
              <a:latin typeface="Epilogue" pitchFamily="2" charset="0"/>
            </a:endParaRPr>
          </a:p>
        </p:txBody>
      </p:sp>
      <p:sp>
        <p:nvSpPr>
          <p:cNvPr id="6" name="Rectangle: Rounded Corners 5">
            <a:extLst>
              <a:ext uri="{FF2B5EF4-FFF2-40B4-BE49-F238E27FC236}">
                <a16:creationId xmlns:a16="http://schemas.microsoft.com/office/drawing/2014/main" id="{AD93A668-2366-509D-8265-34F0342AC627}"/>
              </a:ext>
            </a:extLst>
          </p:cNvPr>
          <p:cNvSpPr/>
          <p:nvPr/>
        </p:nvSpPr>
        <p:spPr>
          <a:xfrm>
            <a:off x="5260147" y="4956200"/>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90ABD86C-B8F1-4A1D-2FB4-15724F4C839B}"/>
              </a:ext>
            </a:extLst>
          </p:cNvPr>
          <p:cNvSpPr>
            <a:spLocks noGrp="1"/>
          </p:cNvSpPr>
          <p:nvPr>
            <p:ph type="pic" sz="quarter" idx="10"/>
          </p:nvPr>
        </p:nvSpPr>
        <p:spPr/>
      </p:sp>
      <p:sp>
        <p:nvSpPr>
          <p:cNvPr id="9" name="Picture Placeholder 8">
            <a:extLst>
              <a:ext uri="{FF2B5EF4-FFF2-40B4-BE49-F238E27FC236}">
                <a16:creationId xmlns:a16="http://schemas.microsoft.com/office/drawing/2014/main" id="{DBE3FF2C-C34E-AECA-B360-7AF240D0D7B5}"/>
              </a:ext>
            </a:extLst>
          </p:cNvPr>
          <p:cNvSpPr>
            <a:spLocks noGrp="1"/>
          </p:cNvSpPr>
          <p:nvPr>
            <p:ph type="pic" sz="quarter" idx="11"/>
          </p:nvPr>
        </p:nvSpPr>
        <p:spPr/>
      </p:sp>
      <p:sp>
        <p:nvSpPr>
          <p:cNvPr id="7" name="TextBox 6">
            <a:extLst>
              <a:ext uri="{FF2B5EF4-FFF2-40B4-BE49-F238E27FC236}">
                <a16:creationId xmlns:a16="http://schemas.microsoft.com/office/drawing/2014/main" id="{A1AB8674-F1DF-9582-8E9B-5966FD9B2D28}"/>
              </a:ext>
            </a:extLst>
          </p:cNvPr>
          <p:cNvSpPr txBox="1"/>
          <p:nvPr/>
        </p:nvSpPr>
        <p:spPr>
          <a:xfrm>
            <a:off x="5480128" y="5133926"/>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18" name="Graphic 15">
            <a:extLst>
              <a:ext uri="{FF2B5EF4-FFF2-40B4-BE49-F238E27FC236}">
                <a16:creationId xmlns:a16="http://schemas.microsoft.com/office/drawing/2014/main" id="{1DB66170-4A51-4D89-F1DE-1E2112A90C23}"/>
              </a:ext>
            </a:extLst>
          </p:cNvPr>
          <p:cNvSpPr/>
          <p:nvPr/>
        </p:nvSpPr>
        <p:spPr>
          <a:xfrm>
            <a:off x="9736814" y="1725698"/>
            <a:ext cx="2177878" cy="2177878"/>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485CDF0-3F86-8204-F440-B2814DD808A1}"/>
              </a:ext>
            </a:extLst>
          </p:cNvPr>
          <p:cNvSpPr/>
          <p:nvPr/>
        </p:nvSpPr>
        <p:spPr>
          <a:xfrm>
            <a:off x="8019362" y="543359"/>
            <a:ext cx="284878" cy="28487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A9E208BF-BC40-B15A-4AF2-B60651F530E1}"/>
              </a:ext>
            </a:extLst>
          </p:cNvPr>
          <p:cNvSpPr/>
          <p:nvPr/>
        </p:nvSpPr>
        <p:spPr>
          <a:xfrm>
            <a:off x="8304240" y="685798"/>
            <a:ext cx="505067" cy="505067"/>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Graphic 21">
            <a:extLst>
              <a:ext uri="{FF2B5EF4-FFF2-40B4-BE49-F238E27FC236}">
                <a16:creationId xmlns:a16="http://schemas.microsoft.com/office/drawing/2014/main" id="{68152238-5B40-9176-605A-E4C10639800A}"/>
              </a:ext>
            </a:extLst>
          </p:cNvPr>
          <p:cNvSpPr/>
          <p:nvPr/>
        </p:nvSpPr>
        <p:spPr>
          <a:xfrm>
            <a:off x="2223305" y="5767475"/>
            <a:ext cx="1505411" cy="601064"/>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Tree>
    <p:extLst>
      <p:ext uri="{BB962C8B-B14F-4D97-AF65-F5344CB8AC3E}">
        <p14:creationId xmlns:p14="http://schemas.microsoft.com/office/powerpoint/2010/main" val="1678534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505B0D8-B199-3AB4-0D8C-FED92933DAFC}"/>
              </a:ext>
            </a:extLst>
          </p:cNvPr>
          <p:cNvSpPr/>
          <p:nvPr/>
        </p:nvSpPr>
        <p:spPr>
          <a:xfrm>
            <a:off x="7153341" y="0"/>
            <a:ext cx="50386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Graphic 24">
            <a:extLst>
              <a:ext uri="{FF2B5EF4-FFF2-40B4-BE49-F238E27FC236}">
                <a16:creationId xmlns:a16="http://schemas.microsoft.com/office/drawing/2014/main" id="{3246DBC7-94F5-3178-64E9-DE9415FC526F}"/>
              </a:ext>
            </a:extLst>
          </p:cNvPr>
          <p:cNvSpPr/>
          <p:nvPr/>
        </p:nvSpPr>
        <p:spPr>
          <a:xfrm>
            <a:off x="9231086" y="3576503"/>
            <a:ext cx="2785462" cy="278546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B61DA2CF-AFBD-35DB-2BAC-506FF7D5BBBB}"/>
              </a:ext>
            </a:extLst>
          </p:cNvPr>
          <p:cNvSpPr>
            <a:spLocks noGrp="1"/>
          </p:cNvSpPr>
          <p:nvPr>
            <p:ph type="pic" sz="quarter" idx="10"/>
          </p:nvPr>
        </p:nvSpPr>
        <p:spPr/>
      </p:sp>
      <p:sp>
        <p:nvSpPr>
          <p:cNvPr id="2" name="TextBox 1">
            <a:extLst>
              <a:ext uri="{FF2B5EF4-FFF2-40B4-BE49-F238E27FC236}">
                <a16:creationId xmlns:a16="http://schemas.microsoft.com/office/drawing/2014/main" id="{92E93E20-C6D0-B7E2-589F-4E87130A4D1B}"/>
              </a:ext>
            </a:extLst>
          </p:cNvPr>
          <p:cNvSpPr txBox="1"/>
          <p:nvPr/>
        </p:nvSpPr>
        <p:spPr>
          <a:xfrm>
            <a:off x="1066800" y="780929"/>
            <a:ext cx="1164101" cy="292388"/>
          </a:xfrm>
          <a:prstGeom prst="rect">
            <a:avLst/>
          </a:prstGeom>
          <a:noFill/>
        </p:spPr>
        <p:txBody>
          <a:bodyPr wrap="none" rtlCol="0">
            <a:spAutoFit/>
          </a:bodyPr>
          <a:lstStyle/>
          <a:p>
            <a:r>
              <a:rPr lang="en-US" sz="1300">
                <a:solidFill>
                  <a:schemeClr val="tx2"/>
                </a:solidFill>
                <a:latin typeface="Epilogue" pitchFamily="2" charset="0"/>
              </a:rPr>
              <a:t>Our Product</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3A121CEE-16CD-8CB6-CE49-F2E1F718DF4D}"/>
              </a:ext>
            </a:extLst>
          </p:cNvPr>
          <p:cNvSpPr txBox="1"/>
          <p:nvPr/>
        </p:nvSpPr>
        <p:spPr>
          <a:xfrm>
            <a:off x="1066800" y="3405664"/>
            <a:ext cx="2552915" cy="1563570"/>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 mus qui blanditiis prae eos sentium voluptatum deleniti atque eos corrupti dolores.</a:t>
            </a:r>
            <a:endParaRPr lang="en-US" sz="1300" b="0" dirty="0">
              <a:solidFill>
                <a:schemeClr val="tx2"/>
              </a:solidFill>
              <a:effectLst/>
              <a:latin typeface="Epilogue" pitchFamily="2" charset="0"/>
            </a:endParaRPr>
          </a:p>
        </p:txBody>
      </p:sp>
      <p:sp>
        <p:nvSpPr>
          <p:cNvPr id="5" name="TextBox 4">
            <a:extLst>
              <a:ext uri="{FF2B5EF4-FFF2-40B4-BE49-F238E27FC236}">
                <a16:creationId xmlns:a16="http://schemas.microsoft.com/office/drawing/2014/main" id="{F79E4A38-C522-93D3-9596-70362E7BEB64}"/>
              </a:ext>
            </a:extLst>
          </p:cNvPr>
          <p:cNvSpPr txBox="1"/>
          <p:nvPr/>
        </p:nvSpPr>
        <p:spPr>
          <a:xfrm>
            <a:off x="1066800" y="1073317"/>
            <a:ext cx="3505199" cy="1754326"/>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Management Information System</a:t>
            </a:r>
            <a:endParaRPr lang="en-US" sz="3600" b="1" dirty="0">
              <a:solidFill>
                <a:schemeClr val="tx2"/>
              </a:solidFill>
              <a:latin typeface="Epilogue" pitchFamily="2" charset="0"/>
              <a:cs typeface="Rubik" pitchFamily="2" charset="-79"/>
            </a:endParaRPr>
          </a:p>
        </p:txBody>
      </p:sp>
      <p:sp>
        <p:nvSpPr>
          <p:cNvPr id="18" name="Rectangle: Rounded Corners 17">
            <a:extLst>
              <a:ext uri="{FF2B5EF4-FFF2-40B4-BE49-F238E27FC236}">
                <a16:creationId xmlns:a16="http://schemas.microsoft.com/office/drawing/2014/main" id="{C26496EA-B1CC-2A49-9943-8EB08097D33F}"/>
              </a:ext>
            </a:extLst>
          </p:cNvPr>
          <p:cNvSpPr/>
          <p:nvPr/>
        </p:nvSpPr>
        <p:spPr>
          <a:xfrm>
            <a:off x="4357999" y="3429000"/>
            <a:ext cx="1705597" cy="2017681"/>
          </a:xfrm>
          <a:prstGeom prst="roundRect">
            <a:avLst>
              <a:gd name="adj" fmla="val 1404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F068071-E63E-3A9B-C0E6-902169446119}"/>
              </a:ext>
            </a:extLst>
          </p:cNvPr>
          <p:cNvSpPr txBox="1"/>
          <p:nvPr/>
        </p:nvSpPr>
        <p:spPr>
          <a:xfrm>
            <a:off x="4653243" y="4354845"/>
            <a:ext cx="1215554" cy="584775"/>
          </a:xfrm>
          <a:prstGeom prst="rect">
            <a:avLst/>
          </a:prstGeom>
        </p:spPr>
        <p:txBody>
          <a:bodyPr wrap="square" rtlCol="0">
            <a:spAutoFit/>
          </a:bodyPr>
          <a:lstStyle/>
          <a:p>
            <a:r>
              <a:rPr lang="en-US" sz="3200" b="1">
                <a:solidFill>
                  <a:schemeClr val="tx2"/>
                </a:solidFill>
                <a:latin typeface="Epilogue" pitchFamily="2" charset="0"/>
              </a:rPr>
              <a:t>8M</a:t>
            </a:r>
            <a:endParaRPr lang="en-US" sz="3200" b="1" dirty="0">
              <a:solidFill>
                <a:schemeClr val="tx2"/>
              </a:solidFill>
              <a:latin typeface="Epilogue" pitchFamily="2" charset="0"/>
            </a:endParaRPr>
          </a:p>
        </p:txBody>
      </p:sp>
      <p:sp>
        <p:nvSpPr>
          <p:cNvPr id="20" name="TextBox 19">
            <a:extLst>
              <a:ext uri="{FF2B5EF4-FFF2-40B4-BE49-F238E27FC236}">
                <a16:creationId xmlns:a16="http://schemas.microsoft.com/office/drawing/2014/main" id="{C0D626C9-0A45-91BC-D92C-F971B805D47B}"/>
              </a:ext>
            </a:extLst>
          </p:cNvPr>
          <p:cNvSpPr txBox="1"/>
          <p:nvPr/>
        </p:nvSpPr>
        <p:spPr>
          <a:xfrm>
            <a:off x="4653243" y="4848180"/>
            <a:ext cx="1116011" cy="292388"/>
          </a:xfrm>
          <a:prstGeom prst="rect">
            <a:avLst/>
          </a:prstGeom>
        </p:spPr>
        <p:txBody>
          <a:bodyPr wrap="square" rtlCol="0">
            <a:spAutoFit/>
          </a:bodyPr>
          <a:lstStyle/>
          <a:p>
            <a:r>
              <a:rPr lang="en-US" sz="1300">
                <a:solidFill>
                  <a:schemeClr val="tx2"/>
                </a:solidFill>
                <a:latin typeface="Epilogue" pitchFamily="2" charset="0"/>
              </a:rPr>
              <a:t>Downloads</a:t>
            </a:r>
            <a:endParaRPr lang="en-US" sz="1300" dirty="0">
              <a:solidFill>
                <a:schemeClr val="tx2"/>
              </a:solidFill>
              <a:latin typeface="Epilogue" pitchFamily="2" charset="0"/>
            </a:endParaRPr>
          </a:p>
        </p:txBody>
      </p:sp>
      <p:sp>
        <p:nvSpPr>
          <p:cNvPr id="22" name="Rectangle: Rounded Corners 21">
            <a:extLst>
              <a:ext uri="{FF2B5EF4-FFF2-40B4-BE49-F238E27FC236}">
                <a16:creationId xmlns:a16="http://schemas.microsoft.com/office/drawing/2014/main" id="{A0A3E925-725D-6602-81DE-D134B98342D6}"/>
              </a:ext>
            </a:extLst>
          </p:cNvPr>
          <p:cNvSpPr/>
          <p:nvPr/>
        </p:nvSpPr>
        <p:spPr>
          <a:xfrm>
            <a:off x="6229467" y="4154519"/>
            <a:ext cx="1705597" cy="2017681"/>
          </a:xfrm>
          <a:prstGeom prst="roundRect">
            <a:avLst>
              <a:gd name="adj" fmla="val 1404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55E8705-191B-944F-3E51-1FC955AB6C0C}"/>
              </a:ext>
            </a:extLst>
          </p:cNvPr>
          <p:cNvSpPr txBox="1"/>
          <p:nvPr/>
        </p:nvSpPr>
        <p:spPr>
          <a:xfrm>
            <a:off x="6524711" y="5080364"/>
            <a:ext cx="1215554" cy="584775"/>
          </a:xfrm>
          <a:prstGeom prst="rect">
            <a:avLst/>
          </a:prstGeom>
        </p:spPr>
        <p:txBody>
          <a:bodyPr wrap="square" rtlCol="0">
            <a:spAutoFit/>
          </a:bodyPr>
          <a:lstStyle/>
          <a:p>
            <a:r>
              <a:rPr lang="en-US" sz="3200" b="1">
                <a:solidFill>
                  <a:schemeClr val="tx2"/>
                </a:solidFill>
                <a:latin typeface="Epilogue" pitchFamily="2" charset="0"/>
              </a:rPr>
              <a:t>7.6M</a:t>
            </a:r>
            <a:endParaRPr lang="en-US" sz="3200" b="1" dirty="0">
              <a:solidFill>
                <a:schemeClr val="tx2"/>
              </a:solidFill>
              <a:latin typeface="Epilogue" pitchFamily="2" charset="0"/>
            </a:endParaRPr>
          </a:p>
        </p:txBody>
      </p:sp>
      <p:sp>
        <p:nvSpPr>
          <p:cNvPr id="24" name="TextBox 23">
            <a:extLst>
              <a:ext uri="{FF2B5EF4-FFF2-40B4-BE49-F238E27FC236}">
                <a16:creationId xmlns:a16="http://schemas.microsoft.com/office/drawing/2014/main" id="{28AD33C8-B33E-7D31-4E1C-695CAE100EAD}"/>
              </a:ext>
            </a:extLst>
          </p:cNvPr>
          <p:cNvSpPr txBox="1"/>
          <p:nvPr/>
        </p:nvSpPr>
        <p:spPr>
          <a:xfrm>
            <a:off x="6524711" y="5573699"/>
            <a:ext cx="1116011" cy="292388"/>
          </a:xfrm>
          <a:prstGeom prst="rect">
            <a:avLst/>
          </a:prstGeom>
        </p:spPr>
        <p:txBody>
          <a:bodyPr wrap="square" rtlCol="0">
            <a:spAutoFit/>
          </a:bodyPr>
          <a:lstStyle/>
          <a:p>
            <a:r>
              <a:rPr lang="en-US" sz="1300">
                <a:solidFill>
                  <a:schemeClr val="tx2"/>
                </a:solidFill>
                <a:latin typeface="Epilogue" pitchFamily="2" charset="0"/>
              </a:rPr>
              <a:t>Active User</a:t>
            </a:r>
            <a:endParaRPr lang="en-US" sz="1300" dirty="0">
              <a:solidFill>
                <a:schemeClr val="tx2"/>
              </a:solidFill>
              <a:latin typeface="Epilogue" pitchFamily="2" charset="0"/>
            </a:endParaRPr>
          </a:p>
        </p:txBody>
      </p:sp>
      <p:pic>
        <p:nvPicPr>
          <p:cNvPr id="28" name="Graphic 27">
            <a:extLst>
              <a:ext uri="{FF2B5EF4-FFF2-40B4-BE49-F238E27FC236}">
                <a16:creationId xmlns:a16="http://schemas.microsoft.com/office/drawing/2014/main" id="{91FA926F-793A-8ACE-DD1D-19F8F4FAC0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39951" y="4516751"/>
            <a:ext cx="304800" cy="304800"/>
          </a:xfrm>
          <a:prstGeom prst="rect">
            <a:avLst/>
          </a:prstGeom>
        </p:spPr>
      </p:pic>
      <p:pic>
        <p:nvPicPr>
          <p:cNvPr id="29" name="Graphic 28">
            <a:extLst>
              <a:ext uri="{FF2B5EF4-FFF2-40B4-BE49-F238E27FC236}">
                <a16:creationId xmlns:a16="http://schemas.microsoft.com/office/drawing/2014/main" id="{AAA7753D-7333-8117-1D2C-746A715028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2822" y="3796705"/>
            <a:ext cx="304800" cy="304800"/>
          </a:xfrm>
          <a:prstGeom prst="rect">
            <a:avLst/>
          </a:prstGeom>
        </p:spPr>
      </p:pic>
      <p:sp>
        <p:nvSpPr>
          <p:cNvPr id="30" name="Rectangle: Rounded Corners 29">
            <a:extLst>
              <a:ext uri="{FF2B5EF4-FFF2-40B4-BE49-F238E27FC236}">
                <a16:creationId xmlns:a16="http://schemas.microsoft.com/office/drawing/2014/main" id="{FE618845-9CB7-9291-23A8-C11230142E91}"/>
              </a:ext>
            </a:extLst>
          </p:cNvPr>
          <p:cNvSpPr/>
          <p:nvPr/>
        </p:nvSpPr>
        <p:spPr>
          <a:xfrm>
            <a:off x="1066800" y="5546930"/>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3E925D7-B344-C1C5-37D0-ABE076831D60}"/>
              </a:ext>
            </a:extLst>
          </p:cNvPr>
          <p:cNvSpPr txBox="1"/>
          <p:nvPr/>
        </p:nvSpPr>
        <p:spPr>
          <a:xfrm>
            <a:off x="1286781" y="5724656"/>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37" name="Graphic 15">
            <a:extLst>
              <a:ext uri="{FF2B5EF4-FFF2-40B4-BE49-F238E27FC236}">
                <a16:creationId xmlns:a16="http://schemas.microsoft.com/office/drawing/2014/main" id="{DA7B1F65-08AA-6ECA-37C3-0975C70C6CD7}"/>
              </a:ext>
            </a:extLst>
          </p:cNvPr>
          <p:cNvSpPr/>
          <p:nvPr/>
        </p:nvSpPr>
        <p:spPr>
          <a:xfrm>
            <a:off x="4626064" y="281210"/>
            <a:ext cx="1291825" cy="1291825"/>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C8939D35-EEC1-393E-2F45-CAEF35552B97}"/>
              </a:ext>
            </a:extLst>
          </p:cNvPr>
          <p:cNvSpPr/>
          <p:nvPr/>
        </p:nvSpPr>
        <p:spPr>
          <a:xfrm>
            <a:off x="624197" y="2827643"/>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049B1489-B672-2623-9F76-4F569C72D9D2}"/>
              </a:ext>
            </a:extLst>
          </p:cNvPr>
          <p:cNvSpPr/>
          <p:nvPr/>
        </p:nvSpPr>
        <p:spPr>
          <a:xfrm>
            <a:off x="262985" y="2672981"/>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24986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4" name="Graphic 15">
            <a:extLst>
              <a:ext uri="{FF2B5EF4-FFF2-40B4-BE49-F238E27FC236}">
                <a16:creationId xmlns:a16="http://schemas.microsoft.com/office/drawing/2014/main" id="{FAC7D91C-D9C9-CF9E-F9AF-CBE9318D630C}"/>
              </a:ext>
            </a:extLst>
          </p:cNvPr>
          <p:cNvSpPr/>
          <p:nvPr/>
        </p:nvSpPr>
        <p:spPr>
          <a:xfrm>
            <a:off x="6888038" y="88616"/>
            <a:ext cx="3352292" cy="3352292"/>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8F3240A4-D631-A99F-E362-E1424E3A4075}"/>
              </a:ext>
            </a:extLst>
          </p:cNvPr>
          <p:cNvSpPr txBox="1"/>
          <p:nvPr/>
        </p:nvSpPr>
        <p:spPr>
          <a:xfrm>
            <a:off x="1066800" y="685800"/>
            <a:ext cx="1277914" cy="292388"/>
          </a:xfrm>
          <a:prstGeom prst="rect">
            <a:avLst/>
          </a:prstGeom>
          <a:noFill/>
        </p:spPr>
        <p:txBody>
          <a:bodyPr wrap="none" rtlCol="0">
            <a:spAutoFit/>
          </a:bodyPr>
          <a:lstStyle/>
          <a:p>
            <a:r>
              <a:rPr lang="en-US" sz="1300">
                <a:solidFill>
                  <a:schemeClr val="tx2"/>
                </a:solidFill>
                <a:latin typeface="Epilogue" pitchFamily="2" charset="0"/>
              </a:rPr>
              <a:t>Our Moments</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9109CF05-A294-EA67-432F-EA5F937999C9}"/>
              </a:ext>
            </a:extLst>
          </p:cNvPr>
          <p:cNvSpPr txBox="1"/>
          <p:nvPr/>
        </p:nvSpPr>
        <p:spPr>
          <a:xfrm>
            <a:off x="1066801" y="978188"/>
            <a:ext cx="1904999"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Gallery</a:t>
            </a:r>
            <a:endParaRPr lang="en-US" sz="3600" b="1" dirty="0">
              <a:solidFill>
                <a:schemeClr val="tx2"/>
              </a:solidFill>
              <a:latin typeface="Epilogue" pitchFamily="2" charset="0"/>
              <a:cs typeface="Rubik" pitchFamily="2" charset="-79"/>
            </a:endParaRPr>
          </a:p>
        </p:txBody>
      </p:sp>
      <p:sp>
        <p:nvSpPr>
          <p:cNvPr id="5" name="Picture Placeholder 4">
            <a:extLst>
              <a:ext uri="{FF2B5EF4-FFF2-40B4-BE49-F238E27FC236}">
                <a16:creationId xmlns:a16="http://schemas.microsoft.com/office/drawing/2014/main" id="{DE150620-7FFA-1CA8-CB05-6BEA488B9885}"/>
              </a:ext>
            </a:extLst>
          </p:cNvPr>
          <p:cNvSpPr>
            <a:spLocks noGrp="1"/>
          </p:cNvSpPr>
          <p:nvPr>
            <p:ph type="pic" sz="quarter" idx="10"/>
          </p:nvPr>
        </p:nvSpPr>
        <p:spPr/>
      </p:sp>
      <p:sp>
        <p:nvSpPr>
          <p:cNvPr id="7" name="Picture Placeholder 6">
            <a:extLst>
              <a:ext uri="{FF2B5EF4-FFF2-40B4-BE49-F238E27FC236}">
                <a16:creationId xmlns:a16="http://schemas.microsoft.com/office/drawing/2014/main" id="{EBEFD8BC-F521-8AA1-3B0E-8F126B08F197}"/>
              </a:ext>
            </a:extLst>
          </p:cNvPr>
          <p:cNvSpPr>
            <a:spLocks noGrp="1"/>
          </p:cNvSpPr>
          <p:nvPr>
            <p:ph type="pic" sz="quarter" idx="11"/>
          </p:nvPr>
        </p:nvSpPr>
        <p:spPr/>
      </p:sp>
      <p:sp>
        <p:nvSpPr>
          <p:cNvPr id="9" name="Picture Placeholder 8">
            <a:extLst>
              <a:ext uri="{FF2B5EF4-FFF2-40B4-BE49-F238E27FC236}">
                <a16:creationId xmlns:a16="http://schemas.microsoft.com/office/drawing/2014/main" id="{2395A07D-7637-CE45-2F3D-3D53ED420E82}"/>
              </a:ext>
            </a:extLst>
          </p:cNvPr>
          <p:cNvSpPr>
            <a:spLocks noGrp="1"/>
          </p:cNvSpPr>
          <p:nvPr>
            <p:ph type="pic" sz="quarter" idx="13"/>
          </p:nvPr>
        </p:nvSpPr>
        <p:spPr/>
      </p:sp>
      <p:sp>
        <p:nvSpPr>
          <p:cNvPr id="11" name="Picture Placeholder 10">
            <a:extLst>
              <a:ext uri="{FF2B5EF4-FFF2-40B4-BE49-F238E27FC236}">
                <a16:creationId xmlns:a16="http://schemas.microsoft.com/office/drawing/2014/main" id="{3C943653-FDF0-6E4D-2AAB-F8333A982D52}"/>
              </a:ext>
            </a:extLst>
          </p:cNvPr>
          <p:cNvSpPr>
            <a:spLocks noGrp="1"/>
          </p:cNvSpPr>
          <p:nvPr>
            <p:ph type="pic" sz="quarter" idx="12"/>
          </p:nvPr>
        </p:nvSpPr>
        <p:spPr/>
      </p:sp>
      <p:sp>
        <p:nvSpPr>
          <p:cNvPr id="13" name="Picture Placeholder 12">
            <a:extLst>
              <a:ext uri="{FF2B5EF4-FFF2-40B4-BE49-F238E27FC236}">
                <a16:creationId xmlns:a16="http://schemas.microsoft.com/office/drawing/2014/main" id="{6AAC05C5-260F-F428-1056-760F22D83A70}"/>
              </a:ext>
            </a:extLst>
          </p:cNvPr>
          <p:cNvSpPr>
            <a:spLocks noGrp="1"/>
          </p:cNvSpPr>
          <p:nvPr>
            <p:ph type="pic" sz="quarter" idx="14"/>
          </p:nvPr>
        </p:nvSpPr>
        <p:spPr/>
      </p:sp>
      <p:sp>
        <p:nvSpPr>
          <p:cNvPr id="15" name="Picture Placeholder 14">
            <a:extLst>
              <a:ext uri="{FF2B5EF4-FFF2-40B4-BE49-F238E27FC236}">
                <a16:creationId xmlns:a16="http://schemas.microsoft.com/office/drawing/2014/main" id="{E0470DB6-E82E-7A35-775B-1B73A933DF4D}"/>
              </a:ext>
            </a:extLst>
          </p:cNvPr>
          <p:cNvSpPr>
            <a:spLocks noGrp="1"/>
          </p:cNvSpPr>
          <p:nvPr>
            <p:ph type="pic" sz="quarter" idx="15"/>
          </p:nvPr>
        </p:nvSpPr>
        <p:spPr/>
      </p:sp>
      <p:sp>
        <p:nvSpPr>
          <p:cNvPr id="17" name="Picture Placeholder 16">
            <a:extLst>
              <a:ext uri="{FF2B5EF4-FFF2-40B4-BE49-F238E27FC236}">
                <a16:creationId xmlns:a16="http://schemas.microsoft.com/office/drawing/2014/main" id="{68A62308-A07D-C439-DAA9-ACA15A791170}"/>
              </a:ext>
            </a:extLst>
          </p:cNvPr>
          <p:cNvSpPr>
            <a:spLocks noGrp="1"/>
          </p:cNvSpPr>
          <p:nvPr>
            <p:ph type="pic" sz="quarter" idx="17"/>
          </p:nvPr>
        </p:nvSpPr>
        <p:spPr/>
      </p:sp>
      <p:sp>
        <p:nvSpPr>
          <p:cNvPr id="19" name="Picture Placeholder 18">
            <a:extLst>
              <a:ext uri="{FF2B5EF4-FFF2-40B4-BE49-F238E27FC236}">
                <a16:creationId xmlns:a16="http://schemas.microsoft.com/office/drawing/2014/main" id="{052DCCED-B279-0F0A-3FD8-C2DD4D022F2F}"/>
              </a:ext>
            </a:extLst>
          </p:cNvPr>
          <p:cNvSpPr>
            <a:spLocks noGrp="1"/>
          </p:cNvSpPr>
          <p:nvPr>
            <p:ph type="pic" sz="quarter" idx="16"/>
          </p:nvPr>
        </p:nvSpPr>
        <p:spPr/>
      </p:sp>
      <p:sp>
        <p:nvSpPr>
          <p:cNvPr id="45" name="Graphic 24">
            <a:extLst>
              <a:ext uri="{FF2B5EF4-FFF2-40B4-BE49-F238E27FC236}">
                <a16:creationId xmlns:a16="http://schemas.microsoft.com/office/drawing/2014/main" id="{7A3EBF8B-1E0D-F2F8-617E-6BFF5ACCB2E4}"/>
              </a:ext>
            </a:extLst>
          </p:cNvPr>
          <p:cNvSpPr/>
          <p:nvPr/>
        </p:nvSpPr>
        <p:spPr>
          <a:xfrm>
            <a:off x="583033" y="3947345"/>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6" name="Freeform: Shape 45">
            <a:extLst>
              <a:ext uri="{FF2B5EF4-FFF2-40B4-BE49-F238E27FC236}">
                <a16:creationId xmlns:a16="http://schemas.microsoft.com/office/drawing/2014/main" id="{6E485AF2-F182-8722-E050-989BFFE5D150}"/>
              </a:ext>
            </a:extLst>
          </p:cNvPr>
          <p:cNvSpPr/>
          <p:nvPr/>
        </p:nvSpPr>
        <p:spPr>
          <a:xfrm>
            <a:off x="11690665" y="4420615"/>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CC3E5BF1-D381-9DC0-84CA-FE29A66CBA17}"/>
              </a:ext>
            </a:extLst>
          </p:cNvPr>
          <p:cNvSpPr/>
          <p:nvPr/>
        </p:nvSpPr>
        <p:spPr>
          <a:xfrm>
            <a:off x="11329453" y="4265953"/>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84218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6A152A07-3CD7-530D-EC67-2DF93526BEBC}"/>
              </a:ext>
            </a:extLst>
          </p:cNvPr>
          <p:cNvSpPr/>
          <p:nvPr/>
        </p:nvSpPr>
        <p:spPr>
          <a:xfrm>
            <a:off x="0" y="5109029"/>
            <a:ext cx="12192000" cy="1748972"/>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Graphic 15">
            <a:extLst>
              <a:ext uri="{FF2B5EF4-FFF2-40B4-BE49-F238E27FC236}">
                <a16:creationId xmlns:a16="http://schemas.microsoft.com/office/drawing/2014/main" id="{280D0E9A-B04A-287B-758B-2A4C696F6F88}"/>
              </a:ext>
            </a:extLst>
          </p:cNvPr>
          <p:cNvSpPr/>
          <p:nvPr/>
        </p:nvSpPr>
        <p:spPr>
          <a:xfrm>
            <a:off x="241269" y="2429375"/>
            <a:ext cx="3292507" cy="3292507"/>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4" name="TextBox 3">
            <a:extLst>
              <a:ext uri="{FF2B5EF4-FFF2-40B4-BE49-F238E27FC236}">
                <a16:creationId xmlns:a16="http://schemas.microsoft.com/office/drawing/2014/main" id="{BD17DA18-A54E-6C2C-1F4B-4521DE170883}"/>
              </a:ext>
            </a:extLst>
          </p:cNvPr>
          <p:cNvSpPr txBox="1"/>
          <p:nvPr/>
        </p:nvSpPr>
        <p:spPr>
          <a:xfrm>
            <a:off x="334842" y="276761"/>
            <a:ext cx="10169771" cy="2215991"/>
          </a:xfrm>
          <a:prstGeom prst="rect">
            <a:avLst/>
          </a:prstGeom>
          <a:noFill/>
        </p:spPr>
        <p:txBody>
          <a:bodyPr wrap="none" rtlCol="0">
            <a:spAutoFit/>
          </a:bodyPr>
          <a:lstStyle/>
          <a:p>
            <a:pPr algn="ctr"/>
            <a:r>
              <a:rPr lang="en-US" sz="13800" b="1" spc="600">
                <a:ln w="12700">
                  <a:solidFill>
                    <a:schemeClr val="tx2">
                      <a:alpha val="15000"/>
                    </a:schemeClr>
                  </a:solidFill>
                </a:ln>
                <a:noFill/>
                <a:latin typeface="Epilogue Black" pitchFamily="2" charset="0"/>
              </a:rPr>
              <a:t>OVERVIEW</a:t>
            </a:r>
          </a:p>
        </p:txBody>
      </p:sp>
      <p:sp>
        <p:nvSpPr>
          <p:cNvPr id="2" name="TextBox 1">
            <a:extLst>
              <a:ext uri="{FF2B5EF4-FFF2-40B4-BE49-F238E27FC236}">
                <a16:creationId xmlns:a16="http://schemas.microsoft.com/office/drawing/2014/main" id="{2C71715A-8270-2E41-1C74-6076C6B859B8}"/>
              </a:ext>
            </a:extLst>
          </p:cNvPr>
          <p:cNvSpPr txBox="1"/>
          <p:nvPr/>
        </p:nvSpPr>
        <p:spPr>
          <a:xfrm>
            <a:off x="1066800" y="685800"/>
            <a:ext cx="3087705" cy="830997"/>
          </a:xfrm>
          <a:prstGeom prst="rect">
            <a:avLst/>
          </a:prstGeom>
          <a:noFill/>
        </p:spPr>
        <p:txBody>
          <a:bodyPr wrap="none" rtlCol="0">
            <a:spAutoFit/>
          </a:bodyPr>
          <a:lstStyle/>
          <a:p>
            <a:r>
              <a:rPr lang="en-US" sz="4800" b="1">
                <a:solidFill>
                  <a:schemeClr val="tx2"/>
                </a:solidFill>
                <a:latin typeface="Epilogue" pitchFamily="2" charset="0"/>
              </a:rPr>
              <a:t>Overview</a:t>
            </a:r>
          </a:p>
        </p:txBody>
      </p:sp>
      <p:sp>
        <p:nvSpPr>
          <p:cNvPr id="3" name="TextBox 2">
            <a:extLst>
              <a:ext uri="{FF2B5EF4-FFF2-40B4-BE49-F238E27FC236}">
                <a16:creationId xmlns:a16="http://schemas.microsoft.com/office/drawing/2014/main" id="{2A3DCD32-63B4-4935-B24B-D00668496A4D}"/>
              </a:ext>
            </a:extLst>
          </p:cNvPr>
          <p:cNvSpPr txBox="1"/>
          <p:nvPr/>
        </p:nvSpPr>
        <p:spPr>
          <a:xfrm>
            <a:off x="1066800" y="1516797"/>
            <a:ext cx="1830950" cy="292388"/>
          </a:xfrm>
          <a:prstGeom prst="rect">
            <a:avLst/>
          </a:prstGeom>
          <a:noFill/>
        </p:spPr>
        <p:txBody>
          <a:bodyPr wrap="none" rtlCol="0">
            <a:spAutoFit/>
          </a:bodyPr>
          <a:lstStyle/>
          <a:p>
            <a:r>
              <a:rPr lang="en-US" sz="1300">
                <a:solidFill>
                  <a:schemeClr val="tx2"/>
                </a:solidFill>
                <a:latin typeface="Epilogue" pitchFamily="2" charset="0"/>
              </a:rPr>
              <a:t>Chart And Overview</a:t>
            </a:r>
          </a:p>
        </p:txBody>
      </p:sp>
      <p:sp>
        <p:nvSpPr>
          <p:cNvPr id="29" name="Graphic 24">
            <a:extLst>
              <a:ext uri="{FF2B5EF4-FFF2-40B4-BE49-F238E27FC236}">
                <a16:creationId xmlns:a16="http://schemas.microsoft.com/office/drawing/2014/main" id="{F60328C9-7F74-D65D-B1B6-A9AD8494DE8C}"/>
              </a:ext>
            </a:extLst>
          </p:cNvPr>
          <p:cNvSpPr/>
          <p:nvPr/>
        </p:nvSpPr>
        <p:spPr>
          <a:xfrm>
            <a:off x="9217175" y="2635793"/>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0" name="Graphic 21">
            <a:extLst>
              <a:ext uri="{FF2B5EF4-FFF2-40B4-BE49-F238E27FC236}">
                <a16:creationId xmlns:a16="http://schemas.microsoft.com/office/drawing/2014/main" id="{BAEECA3B-A303-C261-71A3-D12C1B1B3FD9}"/>
              </a:ext>
            </a:extLst>
          </p:cNvPr>
          <p:cNvSpPr/>
          <p:nvPr/>
        </p:nvSpPr>
        <p:spPr>
          <a:xfrm rot="10800000">
            <a:off x="10329830" y="1306412"/>
            <a:ext cx="1138270" cy="454476"/>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7" name="Picture Placeholder 6">
            <a:extLst>
              <a:ext uri="{FF2B5EF4-FFF2-40B4-BE49-F238E27FC236}">
                <a16:creationId xmlns:a16="http://schemas.microsoft.com/office/drawing/2014/main" id="{E017CE95-CDF0-5DDA-EB52-3DF4C89F3A48}"/>
              </a:ext>
            </a:extLst>
          </p:cNvPr>
          <p:cNvSpPr>
            <a:spLocks noGrp="1"/>
          </p:cNvSpPr>
          <p:nvPr>
            <p:ph type="pic" sz="quarter" idx="14"/>
          </p:nvPr>
        </p:nvSpPr>
        <p:spPr/>
      </p:sp>
      <p:sp>
        <p:nvSpPr>
          <p:cNvPr id="9" name="Picture Placeholder 8">
            <a:extLst>
              <a:ext uri="{FF2B5EF4-FFF2-40B4-BE49-F238E27FC236}">
                <a16:creationId xmlns:a16="http://schemas.microsoft.com/office/drawing/2014/main" id="{84ADDF9E-17B3-F76C-4982-FC71B1773385}"/>
              </a:ext>
            </a:extLst>
          </p:cNvPr>
          <p:cNvSpPr>
            <a:spLocks noGrp="1"/>
          </p:cNvSpPr>
          <p:nvPr>
            <p:ph type="pic" sz="quarter" idx="15"/>
          </p:nvPr>
        </p:nvSpPr>
        <p:spPr/>
      </p:sp>
      <p:sp>
        <p:nvSpPr>
          <p:cNvPr id="11" name="Picture Placeholder 10">
            <a:extLst>
              <a:ext uri="{FF2B5EF4-FFF2-40B4-BE49-F238E27FC236}">
                <a16:creationId xmlns:a16="http://schemas.microsoft.com/office/drawing/2014/main" id="{6855BF50-ACBF-84F5-D2B3-8E911E7A1632}"/>
              </a:ext>
            </a:extLst>
          </p:cNvPr>
          <p:cNvSpPr>
            <a:spLocks noGrp="1"/>
          </p:cNvSpPr>
          <p:nvPr>
            <p:ph type="pic" sz="quarter" idx="16"/>
          </p:nvPr>
        </p:nvSpPr>
        <p:spPr/>
      </p:sp>
      <p:sp>
        <p:nvSpPr>
          <p:cNvPr id="13" name="Picture Placeholder 12">
            <a:extLst>
              <a:ext uri="{FF2B5EF4-FFF2-40B4-BE49-F238E27FC236}">
                <a16:creationId xmlns:a16="http://schemas.microsoft.com/office/drawing/2014/main" id="{25FFD777-7154-1A2F-E965-168050322309}"/>
              </a:ext>
            </a:extLst>
          </p:cNvPr>
          <p:cNvSpPr>
            <a:spLocks noGrp="1"/>
          </p:cNvSpPr>
          <p:nvPr>
            <p:ph type="pic" sz="quarter" idx="17"/>
          </p:nvPr>
        </p:nvSpPr>
        <p:spPr/>
      </p:sp>
    </p:spTree>
    <p:extLst>
      <p:ext uri="{BB962C8B-B14F-4D97-AF65-F5344CB8AC3E}">
        <p14:creationId xmlns:p14="http://schemas.microsoft.com/office/powerpoint/2010/main" val="2187683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9" name="Graphic 24">
            <a:extLst>
              <a:ext uri="{FF2B5EF4-FFF2-40B4-BE49-F238E27FC236}">
                <a16:creationId xmlns:a16="http://schemas.microsoft.com/office/drawing/2014/main" id="{D87D0E72-AD98-4A81-49D7-9CBDCD237F30}"/>
              </a:ext>
            </a:extLst>
          </p:cNvPr>
          <p:cNvSpPr/>
          <p:nvPr/>
        </p:nvSpPr>
        <p:spPr>
          <a:xfrm>
            <a:off x="6708579" y="281508"/>
            <a:ext cx="2195314" cy="219531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Rectangle: Top Corners Rounded 41">
            <a:extLst>
              <a:ext uri="{FF2B5EF4-FFF2-40B4-BE49-F238E27FC236}">
                <a16:creationId xmlns:a16="http://schemas.microsoft.com/office/drawing/2014/main" id="{A0CB49FD-9624-1CC5-3730-D335A76BEBCE}"/>
              </a:ext>
            </a:extLst>
          </p:cNvPr>
          <p:cNvSpPr/>
          <p:nvPr/>
        </p:nvSpPr>
        <p:spPr>
          <a:xfrm>
            <a:off x="0" y="4495800"/>
            <a:ext cx="12192000" cy="2362201"/>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5">
            <a:extLst>
              <a:ext uri="{FF2B5EF4-FFF2-40B4-BE49-F238E27FC236}">
                <a16:creationId xmlns:a16="http://schemas.microsoft.com/office/drawing/2014/main" id="{A9993F8D-AF50-D63F-4C6D-F3876E0CAE54}"/>
              </a:ext>
            </a:extLst>
          </p:cNvPr>
          <p:cNvSpPr>
            <a:spLocks noGrp="1"/>
          </p:cNvSpPr>
          <p:nvPr>
            <p:ph type="pic" sz="quarter" idx="14"/>
          </p:nvPr>
        </p:nvSpPr>
        <p:spPr/>
      </p:sp>
      <p:sp>
        <p:nvSpPr>
          <p:cNvPr id="2" name="TextBox 1">
            <a:extLst>
              <a:ext uri="{FF2B5EF4-FFF2-40B4-BE49-F238E27FC236}">
                <a16:creationId xmlns:a16="http://schemas.microsoft.com/office/drawing/2014/main" id="{92E93E20-C6D0-B7E2-589F-4E87130A4D1B}"/>
              </a:ext>
            </a:extLst>
          </p:cNvPr>
          <p:cNvSpPr txBox="1"/>
          <p:nvPr/>
        </p:nvSpPr>
        <p:spPr>
          <a:xfrm>
            <a:off x="1079403" y="998498"/>
            <a:ext cx="1803699" cy="292388"/>
          </a:xfrm>
          <a:prstGeom prst="rect">
            <a:avLst/>
          </a:prstGeom>
          <a:noFill/>
        </p:spPr>
        <p:txBody>
          <a:bodyPr wrap="none" rtlCol="0">
            <a:spAutoFit/>
          </a:bodyPr>
          <a:lstStyle/>
          <a:p>
            <a:r>
              <a:rPr lang="en-US" sz="1300">
                <a:solidFill>
                  <a:schemeClr val="tx2"/>
                </a:solidFill>
                <a:latin typeface="Epilogue" pitchFamily="2" charset="0"/>
              </a:rPr>
              <a:t>Bootstrap Overview</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3A121CEE-16CD-8CB6-CE49-F2E1F718DF4D}"/>
              </a:ext>
            </a:extLst>
          </p:cNvPr>
          <p:cNvSpPr txBox="1"/>
          <p:nvPr/>
        </p:nvSpPr>
        <p:spPr>
          <a:xfrm>
            <a:off x="1079404" y="2515238"/>
            <a:ext cx="5511896"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ducimus qui blanditiis praesentium voluptatum deleniti atque corrupti quos dolores et quas molestias. Excepturi sint occaecati cupiditate non provident similique sunt in culpa qui officia deserunt mollitia.</a:t>
            </a:r>
            <a:endParaRPr lang="en-US" sz="1300" b="0" dirty="0">
              <a:solidFill>
                <a:schemeClr val="tx2"/>
              </a:solidFill>
              <a:effectLst/>
              <a:latin typeface="Epilogue" pitchFamily="2" charset="0"/>
            </a:endParaRPr>
          </a:p>
        </p:txBody>
      </p:sp>
      <p:sp>
        <p:nvSpPr>
          <p:cNvPr id="5" name="TextBox 4">
            <a:extLst>
              <a:ext uri="{FF2B5EF4-FFF2-40B4-BE49-F238E27FC236}">
                <a16:creationId xmlns:a16="http://schemas.microsoft.com/office/drawing/2014/main" id="{F79E4A38-C522-93D3-9596-70362E7BEB64}"/>
              </a:ext>
            </a:extLst>
          </p:cNvPr>
          <p:cNvSpPr txBox="1"/>
          <p:nvPr/>
        </p:nvSpPr>
        <p:spPr>
          <a:xfrm>
            <a:off x="1079404" y="1290886"/>
            <a:ext cx="4812112"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Company Overview</a:t>
            </a:r>
            <a:endParaRPr lang="en-US" sz="3600" b="1" dirty="0">
              <a:solidFill>
                <a:schemeClr val="tx2"/>
              </a:solidFill>
              <a:latin typeface="Epilogue" pitchFamily="2" charset="0"/>
              <a:cs typeface="Rubik" pitchFamily="2" charset="-79"/>
            </a:endParaRPr>
          </a:p>
        </p:txBody>
      </p:sp>
      <p:sp>
        <p:nvSpPr>
          <p:cNvPr id="31" name="Rectangle: Rounded Corners 30">
            <a:extLst>
              <a:ext uri="{FF2B5EF4-FFF2-40B4-BE49-F238E27FC236}">
                <a16:creationId xmlns:a16="http://schemas.microsoft.com/office/drawing/2014/main" id="{E3568A9C-7C7B-6E44-BBF6-2BAF2F7261C5}"/>
              </a:ext>
            </a:extLst>
          </p:cNvPr>
          <p:cNvSpPr/>
          <p:nvPr/>
        </p:nvSpPr>
        <p:spPr>
          <a:xfrm>
            <a:off x="5973835" y="4086290"/>
            <a:ext cx="2228369" cy="1162243"/>
          </a:xfrm>
          <a:prstGeom prst="roundRect">
            <a:avLst>
              <a:gd name="adj" fmla="val 14042"/>
            </a:avLst>
          </a:prstGeom>
          <a:solidFill>
            <a:schemeClr val="bg2"/>
          </a:solidFill>
          <a:ln>
            <a:solidFill>
              <a:schemeClr val="accent3"/>
            </a:solidFill>
          </a:ln>
          <a:effectLst>
            <a:outerShdw blurRad="254000" dist="254000" dir="5400000" sx="95000" sy="95000" algn="t"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3DF722F-86C7-92D1-6139-397CE0DB93F0}"/>
              </a:ext>
            </a:extLst>
          </p:cNvPr>
          <p:cNvSpPr txBox="1"/>
          <p:nvPr/>
        </p:nvSpPr>
        <p:spPr>
          <a:xfrm>
            <a:off x="6590682" y="4231525"/>
            <a:ext cx="1215554" cy="584775"/>
          </a:xfrm>
          <a:prstGeom prst="rect">
            <a:avLst/>
          </a:prstGeom>
        </p:spPr>
        <p:txBody>
          <a:bodyPr wrap="square" rtlCol="0">
            <a:spAutoFit/>
          </a:bodyPr>
          <a:lstStyle/>
          <a:p>
            <a:r>
              <a:rPr lang="en-US" sz="3200" b="1">
                <a:solidFill>
                  <a:schemeClr val="tx2"/>
                </a:solidFill>
                <a:latin typeface="Epilogue" pitchFamily="2" charset="0"/>
              </a:rPr>
              <a:t>4.9</a:t>
            </a:r>
            <a:endParaRPr lang="en-US" sz="3200" b="1" dirty="0">
              <a:solidFill>
                <a:schemeClr val="tx2"/>
              </a:solidFill>
              <a:latin typeface="Epilogue" pitchFamily="2" charset="0"/>
            </a:endParaRPr>
          </a:p>
        </p:txBody>
      </p:sp>
      <p:sp>
        <p:nvSpPr>
          <p:cNvPr id="33" name="TextBox 32">
            <a:extLst>
              <a:ext uri="{FF2B5EF4-FFF2-40B4-BE49-F238E27FC236}">
                <a16:creationId xmlns:a16="http://schemas.microsoft.com/office/drawing/2014/main" id="{50884D96-25A8-D575-97B0-AC2B0EEC24B5}"/>
              </a:ext>
            </a:extLst>
          </p:cNvPr>
          <p:cNvSpPr txBox="1"/>
          <p:nvPr/>
        </p:nvSpPr>
        <p:spPr>
          <a:xfrm>
            <a:off x="6590682" y="4724860"/>
            <a:ext cx="1528482" cy="292388"/>
          </a:xfrm>
          <a:prstGeom prst="rect">
            <a:avLst/>
          </a:prstGeom>
        </p:spPr>
        <p:txBody>
          <a:bodyPr wrap="square" rtlCol="0">
            <a:spAutoFit/>
          </a:bodyPr>
          <a:lstStyle/>
          <a:p>
            <a:r>
              <a:rPr lang="en-US" sz="1300">
                <a:solidFill>
                  <a:schemeClr val="tx2"/>
                </a:solidFill>
                <a:latin typeface="Epilogue" pitchFamily="2" charset="0"/>
              </a:rPr>
              <a:t>Rating</a:t>
            </a:r>
            <a:endParaRPr lang="en-US" sz="1300" dirty="0">
              <a:solidFill>
                <a:schemeClr val="tx2"/>
              </a:solidFill>
              <a:latin typeface="Epilogue" pitchFamily="2" charset="0"/>
            </a:endParaRPr>
          </a:p>
        </p:txBody>
      </p:sp>
      <p:pic>
        <p:nvPicPr>
          <p:cNvPr id="37" name="Graphic 36">
            <a:extLst>
              <a:ext uri="{FF2B5EF4-FFF2-40B4-BE49-F238E27FC236}">
                <a16:creationId xmlns:a16="http://schemas.microsoft.com/office/drawing/2014/main" id="{DBCCBAF1-09C5-A168-526E-2405D73A91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3959" y="4314504"/>
            <a:ext cx="304800" cy="304800"/>
          </a:xfrm>
          <a:prstGeom prst="rect">
            <a:avLst/>
          </a:prstGeom>
        </p:spPr>
      </p:pic>
      <p:sp>
        <p:nvSpPr>
          <p:cNvPr id="21" name="Rectangle: Rounded Corners 20">
            <a:extLst>
              <a:ext uri="{FF2B5EF4-FFF2-40B4-BE49-F238E27FC236}">
                <a16:creationId xmlns:a16="http://schemas.microsoft.com/office/drawing/2014/main" id="{62DAB900-B7E0-B8F3-FB1F-A02498B72062}"/>
              </a:ext>
            </a:extLst>
          </p:cNvPr>
          <p:cNvSpPr/>
          <p:nvPr/>
        </p:nvSpPr>
        <p:spPr>
          <a:xfrm>
            <a:off x="1160385" y="4086290"/>
            <a:ext cx="2228369" cy="1162243"/>
          </a:xfrm>
          <a:prstGeom prst="roundRect">
            <a:avLst>
              <a:gd name="adj" fmla="val 1404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F7CE7C3-2169-1BFC-05A7-3112CFE74506}"/>
              </a:ext>
            </a:extLst>
          </p:cNvPr>
          <p:cNvSpPr txBox="1"/>
          <p:nvPr/>
        </p:nvSpPr>
        <p:spPr>
          <a:xfrm>
            <a:off x="1777232" y="4231525"/>
            <a:ext cx="1215554" cy="584775"/>
          </a:xfrm>
          <a:prstGeom prst="rect">
            <a:avLst/>
          </a:prstGeom>
        </p:spPr>
        <p:txBody>
          <a:bodyPr wrap="square" rtlCol="0">
            <a:spAutoFit/>
          </a:bodyPr>
          <a:lstStyle/>
          <a:p>
            <a:r>
              <a:rPr lang="en-US" sz="3200" b="1">
                <a:solidFill>
                  <a:schemeClr val="tx2"/>
                </a:solidFill>
                <a:latin typeface="Epilogue" pitchFamily="2" charset="0"/>
              </a:rPr>
              <a:t>328</a:t>
            </a:r>
            <a:endParaRPr lang="en-US" sz="3200" b="1" dirty="0">
              <a:solidFill>
                <a:schemeClr val="tx2"/>
              </a:solidFill>
              <a:latin typeface="Epilogue" pitchFamily="2" charset="0"/>
            </a:endParaRPr>
          </a:p>
        </p:txBody>
      </p:sp>
      <p:sp>
        <p:nvSpPr>
          <p:cNvPr id="23" name="TextBox 22">
            <a:extLst>
              <a:ext uri="{FF2B5EF4-FFF2-40B4-BE49-F238E27FC236}">
                <a16:creationId xmlns:a16="http://schemas.microsoft.com/office/drawing/2014/main" id="{4BBB91C5-0813-1C86-A6BE-3D3708C44F5D}"/>
              </a:ext>
            </a:extLst>
          </p:cNvPr>
          <p:cNvSpPr txBox="1"/>
          <p:nvPr/>
        </p:nvSpPr>
        <p:spPr>
          <a:xfrm>
            <a:off x="1777232" y="4724860"/>
            <a:ext cx="1528482" cy="292388"/>
          </a:xfrm>
          <a:prstGeom prst="rect">
            <a:avLst/>
          </a:prstGeom>
        </p:spPr>
        <p:txBody>
          <a:bodyPr wrap="square" rtlCol="0">
            <a:spAutoFit/>
          </a:bodyPr>
          <a:lstStyle/>
          <a:p>
            <a:r>
              <a:rPr lang="en-US" sz="1300">
                <a:solidFill>
                  <a:schemeClr val="tx2"/>
                </a:solidFill>
                <a:latin typeface="Epilogue" pitchFamily="2" charset="0"/>
              </a:rPr>
              <a:t>Satisfied Clients</a:t>
            </a:r>
            <a:endParaRPr lang="en-US" sz="1300" dirty="0">
              <a:solidFill>
                <a:schemeClr val="tx2"/>
              </a:solidFill>
              <a:latin typeface="Epilogue" pitchFamily="2" charset="0"/>
            </a:endParaRPr>
          </a:p>
        </p:txBody>
      </p:sp>
      <p:pic>
        <p:nvPicPr>
          <p:cNvPr id="38" name="Graphic 37">
            <a:extLst>
              <a:ext uri="{FF2B5EF4-FFF2-40B4-BE49-F238E27FC236}">
                <a16:creationId xmlns:a16="http://schemas.microsoft.com/office/drawing/2014/main" id="{DF70AA45-D401-AB1E-15A8-20603D2EBD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30509" y="4360223"/>
            <a:ext cx="304800" cy="304800"/>
          </a:xfrm>
          <a:prstGeom prst="rect">
            <a:avLst/>
          </a:prstGeom>
        </p:spPr>
      </p:pic>
      <p:sp>
        <p:nvSpPr>
          <p:cNvPr id="26" name="Rectangle: Rounded Corners 25">
            <a:extLst>
              <a:ext uri="{FF2B5EF4-FFF2-40B4-BE49-F238E27FC236}">
                <a16:creationId xmlns:a16="http://schemas.microsoft.com/office/drawing/2014/main" id="{EC70208A-8118-F737-EE13-1A5F38C06D71}"/>
              </a:ext>
            </a:extLst>
          </p:cNvPr>
          <p:cNvSpPr/>
          <p:nvPr/>
        </p:nvSpPr>
        <p:spPr>
          <a:xfrm>
            <a:off x="3567110" y="4086290"/>
            <a:ext cx="2228369" cy="1162243"/>
          </a:xfrm>
          <a:prstGeom prst="roundRect">
            <a:avLst>
              <a:gd name="adj" fmla="val 1404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80BB1E0-6889-342B-5C05-0481B4913DB2}"/>
              </a:ext>
            </a:extLst>
          </p:cNvPr>
          <p:cNvSpPr txBox="1"/>
          <p:nvPr/>
        </p:nvSpPr>
        <p:spPr>
          <a:xfrm>
            <a:off x="4183957" y="4231525"/>
            <a:ext cx="1215554" cy="584775"/>
          </a:xfrm>
          <a:prstGeom prst="rect">
            <a:avLst/>
          </a:prstGeom>
        </p:spPr>
        <p:txBody>
          <a:bodyPr wrap="square" rtlCol="0">
            <a:spAutoFit/>
          </a:bodyPr>
          <a:lstStyle/>
          <a:p>
            <a:r>
              <a:rPr lang="en-US" sz="3200" b="1">
                <a:solidFill>
                  <a:schemeClr val="tx2"/>
                </a:solidFill>
                <a:latin typeface="Epilogue" pitchFamily="2" charset="0"/>
              </a:rPr>
              <a:t>416</a:t>
            </a:r>
            <a:endParaRPr lang="en-US" sz="3200" b="1" dirty="0">
              <a:solidFill>
                <a:schemeClr val="tx2"/>
              </a:solidFill>
              <a:latin typeface="Epilogue" pitchFamily="2" charset="0"/>
            </a:endParaRPr>
          </a:p>
        </p:txBody>
      </p:sp>
      <p:sp>
        <p:nvSpPr>
          <p:cNvPr id="28" name="TextBox 27">
            <a:extLst>
              <a:ext uri="{FF2B5EF4-FFF2-40B4-BE49-F238E27FC236}">
                <a16:creationId xmlns:a16="http://schemas.microsoft.com/office/drawing/2014/main" id="{55F47268-2442-FDCD-C0C6-0194C5F04891}"/>
              </a:ext>
            </a:extLst>
          </p:cNvPr>
          <p:cNvSpPr txBox="1"/>
          <p:nvPr/>
        </p:nvSpPr>
        <p:spPr>
          <a:xfrm>
            <a:off x="4183957" y="4724860"/>
            <a:ext cx="1528482" cy="292388"/>
          </a:xfrm>
          <a:prstGeom prst="rect">
            <a:avLst/>
          </a:prstGeom>
        </p:spPr>
        <p:txBody>
          <a:bodyPr wrap="square" rtlCol="0">
            <a:spAutoFit/>
          </a:bodyPr>
          <a:lstStyle/>
          <a:p>
            <a:r>
              <a:rPr lang="en-US" sz="1300">
                <a:solidFill>
                  <a:schemeClr val="tx2"/>
                </a:solidFill>
                <a:latin typeface="Epilogue" pitchFamily="2" charset="0"/>
              </a:rPr>
              <a:t>Project</a:t>
            </a:r>
            <a:endParaRPr lang="en-US" sz="1300" dirty="0">
              <a:solidFill>
                <a:schemeClr val="tx2"/>
              </a:solidFill>
              <a:latin typeface="Epilogue" pitchFamily="2" charset="0"/>
            </a:endParaRPr>
          </a:p>
        </p:txBody>
      </p:sp>
      <p:pic>
        <p:nvPicPr>
          <p:cNvPr id="40" name="Graphic 39">
            <a:extLst>
              <a:ext uri="{FF2B5EF4-FFF2-40B4-BE49-F238E27FC236}">
                <a16:creationId xmlns:a16="http://schemas.microsoft.com/office/drawing/2014/main" id="{3ADDA053-0E56-010A-3236-93499B83AB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7234" y="4316101"/>
            <a:ext cx="304800" cy="304800"/>
          </a:xfrm>
          <a:prstGeom prst="rect">
            <a:avLst/>
          </a:prstGeom>
        </p:spPr>
      </p:pic>
      <p:sp>
        <p:nvSpPr>
          <p:cNvPr id="50" name="Graphic 21">
            <a:extLst>
              <a:ext uri="{FF2B5EF4-FFF2-40B4-BE49-F238E27FC236}">
                <a16:creationId xmlns:a16="http://schemas.microsoft.com/office/drawing/2014/main" id="{BE95A198-33C1-8030-F184-19676DDEBD7C}"/>
              </a:ext>
            </a:extLst>
          </p:cNvPr>
          <p:cNvSpPr/>
          <p:nvPr/>
        </p:nvSpPr>
        <p:spPr>
          <a:xfrm rot="10800000">
            <a:off x="1870455" y="5797703"/>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51" name="Freeform: Shape 50">
            <a:extLst>
              <a:ext uri="{FF2B5EF4-FFF2-40B4-BE49-F238E27FC236}">
                <a16:creationId xmlns:a16="http://schemas.microsoft.com/office/drawing/2014/main" id="{3B58562C-F119-7CF8-2E62-3A7202A09825}"/>
              </a:ext>
            </a:extLst>
          </p:cNvPr>
          <p:cNvSpPr/>
          <p:nvPr/>
        </p:nvSpPr>
        <p:spPr>
          <a:xfrm>
            <a:off x="493435" y="2007993"/>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3CF9C8AF-B888-6142-9869-318C93350CE9}"/>
              </a:ext>
            </a:extLst>
          </p:cNvPr>
          <p:cNvSpPr/>
          <p:nvPr/>
        </p:nvSpPr>
        <p:spPr>
          <a:xfrm>
            <a:off x="290487" y="1776000"/>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62841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Graphic 21">
            <a:extLst>
              <a:ext uri="{FF2B5EF4-FFF2-40B4-BE49-F238E27FC236}">
                <a16:creationId xmlns:a16="http://schemas.microsoft.com/office/drawing/2014/main" id="{30DE25AB-581C-851B-03B4-E2D11F20354F}"/>
              </a:ext>
            </a:extLst>
          </p:cNvPr>
          <p:cNvSpPr/>
          <p:nvPr/>
        </p:nvSpPr>
        <p:spPr>
          <a:xfrm rot="10800000">
            <a:off x="869799" y="1515057"/>
            <a:ext cx="1430428" cy="571126"/>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9" name="Rectangle: Top Corners Rounded 18">
            <a:extLst>
              <a:ext uri="{FF2B5EF4-FFF2-40B4-BE49-F238E27FC236}">
                <a16:creationId xmlns:a16="http://schemas.microsoft.com/office/drawing/2014/main" id="{83D0B028-E54C-5747-F8D3-5D4A9E8A5F8E}"/>
              </a:ext>
            </a:extLst>
          </p:cNvPr>
          <p:cNvSpPr/>
          <p:nvPr/>
        </p:nvSpPr>
        <p:spPr>
          <a:xfrm rot="16200000">
            <a:off x="6991349" y="1657346"/>
            <a:ext cx="6858004" cy="3543303"/>
          </a:xfrm>
          <a:prstGeom prst="round2SameRect">
            <a:avLst>
              <a:gd name="adj1" fmla="val 12432"/>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phic 24">
            <a:extLst>
              <a:ext uri="{FF2B5EF4-FFF2-40B4-BE49-F238E27FC236}">
                <a16:creationId xmlns:a16="http://schemas.microsoft.com/office/drawing/2014/main" id="{7BCE7EDB-AA02-F73A-066D-668C04D544EB}"/>
              </a:ext>
            </a:extLst>
          </p:cNvPr>
          <p:cNvSpPr/>
          <p:nvPr/>
        </p:nvSpPr>
        <p:spPr>
          <a:xfrm>
            <a:off x="5225234" y="365777"/>
            <a:ext cx="2113242" cy="211324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Rounded Corners 11">
            <a:extLst>
              <a:ext uri="{FF2B5EF4-FFF2-40B4-BE49-F238E27FC236}">
                <a16:creationId xmlns:a16="http://schemas.microsoft.com/office/drawing/2014/main" id="{8ECC56C9-9C6E-FAC1-8A40-1F55116BD1AE}"/>
              </a:ext>
            </a:extLst>
          </p:cNvPr>
          <p:cNvSpPr/>
          <p:nvPr/>
        </p:nvSpPr>
        <p:spPr>
          <a:xfrm>
            <a:off x="6235964" y="685800"/>
            <a:ext cx="4216136" cy="5486399"/>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2E93E20-C6D0-B7E2-589F-4E87130A4D1B}"/>
              </a:ext>
            </a:extLst>
          </p:cNvPr>
          <p:cNvSpPr txBox="1"/>
          <p:nvPr/>
        </p:nvSpPr>
        <p:spPr>
          <a:xfrm>
            <a:off x="1066800" y="2275587"/>
            <a:ext cx="1176925" cy="292388"/>
          </a:xfrm>
          <a:prstGeom prst="rect">
            <a:avLst/>
          </a:prstGeom>
          <a:noFill/>
        </p:spPr>
        <p:txBody>
          <a:bodyPr wrap="none" rtlCol="0">
            <a:spAutoFit/>
          </a:bodyPr>
          <a:lstStyle/>
          <a:p>
            <a:r>
              <a:rPr lang="en-US" sz="1300">
                <a:solidFill>
                  <a:schemeClr val="tx2"/>
                </a:solidFill>
                <a:latin typeface="Epilogue" pitchFamily="2" charset="0"/>
              </a:rPr>
              <a:t>Last 5 Years</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3A121CEE-16CD-8CB6-CE49-F2E1F718DF4D}"/>
              </a:ext>
            </a:extLst>
          </p:cNvPr>
          <p:cNvSpPr txBox="1"/>
          <p:nvPr/>
        </p:nvSpPr>
        <p:spPr>
          <a:xfrm>
            <a:off x="1066800" y="3145996"/>
            <a:ext cx="3505199"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ducimus qui blanditiis praesentium voluptatum deleniti atque corrupti quos dolores et quas molestias.</a:t>
            </a:r>
            <a:endParaRPr lang="en-US" sz="1300" b="0" dirty="0">
              <a:solidFill>
                <a:schemeClr val="tx2"/>
              </a:solidFill>
              <a:effectLst/>
              <a:latin typeface="Epilogue" pitchFamily="2" charset="0"/>
            </a:endParaRPr>
          </a:p>
        </p:txBody>
      </p:sp>
      <p:sp>
        <p:nvSpPr>
          <p:cNvPr id="5" name="TextBox 4">
            <a:extLst>
              <a:ext uri="{FF2B5EF4-FFF2-40B4-BE49-F238E27FC236}">
                <a16:creationId xmlns:a16="http://schemas.microsoft.com/office/drawing/2014/main" id="{F79E4A38-C522-93D3-9596-70362E7BEB64}"/>
              </a:ext>
            </a:extLst>
          </p:cNvPr>
          <p:cNvSpPr txBox="1"/>
          <p:nvPr/>
        </p:nvSpPr>
        <p:spPr>
          <a:xfrm>
            <a:off x="1066801" y="1629256"/>
            <a:ext cx="2654300"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Overview</a:t>
            </a:r>
            <a:endParaRPr lang="en-US" sz="3600" b="1" dirty="0">
              <a:solidFill>
                <a:schemeClr val="tx2"/>
              </a:solidFill>
              <a:latin typeface="Epilogue" pitchFamily="2" charset="0"/>
              <a:cs typeface="Rubik" pitchFamily="2" charset="-79"/>
            </a:endParaRPr>
          </a:p>
        </p:txBody>
      </p:sp>
      <p:sp>
        <p:nvSpPr>
          <p:cNvPr id="7" name="TextBox 6">
            <a:extLst>
              <a:ext uri="{FF2B5EF4-FFF2-40B4-BE49-F238E27FC236}">
                <a16:creationId xmlns:a16="http://schemas.microsoft.com/office/drawing/2014/main" id="{F79FD81D-5CF7-011B-9DFD-B12E81A8F9A7}"/>
              </a:ext>
            </a:extLst>
          </p:cNvPr>
          <p:cNvSpPr txBox="1"/>
          <p:nvPr/>
        </p:nvSpPr>
        <p:spPr>
          <a:xfrm>
            <a:off x="1653260" y="4816102"/>
            <a:ext cx="965329" cy="584775"/>
          </a:xfrm>
          <a:prstGeom prst="rect">
            <a:avLst/>
          </a:prstGeom>
        </p:spPr>
        <p:txBody>
          <a:bodyPr wrap="none" rtlCol="0">
            <a:spAutoFit/>
          </a:bodyPr>
          <a:lstStyle/>
          <a:p>
            <a:r>
              <a:rPr lang="en-US" sz="3200" b="1">
                <a:solidFill>
                  <a:schemeClr val="tx2"/>
                </a:solidFill>
                <a:latin typeface="Epilogue" pitchFamily="2" charset="0"/>
              </a:rPr>
              <a:t>84%</a:t>
            </a:r>
            <a:endParaRPr lang="en-US" sz="3200" b="1" dirty="0">
              <a:solidFill>
                <a:schemeClr val="tx2"/>
              </a:solidFill>
              <a:latin typeface="Epilogue" pitchFamily="2" charset="0"/>
            </a:endParaRPr>
          </a:p>
        </p:txBody>
      </p:sp>
      <p:sp>
        <p:nvSpPr>
          <p:cNvPr id="8" name="TextBox 7">
            <a:extLst>
              <a:ext uri="{FF2B5EF4-FFF2-40B4-BE49-F238E27FC236}">
                <a16:creationId xmlns:a16="http://schemas.microsoft.com/office/drawing/2014/main" id="{09CDC742-FA7F-1189-3B55-671F9768B156}"/>
              </a:ext>
            </a:extLst>
          </p:cNvPr>
          <p:cNvSpPr txBox="1"/>
          <p:nvPr/>
        </p:nvSpPr>
        <p:spPr>
          <a:xfrm>
            <a:off x="1653260" y="5310670"/>
            <a:ext cx="1322798" cy="292388"/>
          </a:xfrm>
          <a:prstGeom prst="rect">
            <a:avLst/>
          </a:prstGeom>
        </p:spPr>
        <p:txBody>
          <a:bodyPr wrap="none" rtlCol="0">
            <a:spAutoFit/>
          </a:bodyPr>
          <a:lstStyle/>
          <a:p>
            <a:r>
              <a:rPr lang="en-US" sz="1300">
                <a:solidFill>
                  <a:schemeClr val="tx2"/>
                </a:solidFill>
                <a:latin typeface="Epilogue" pitchFamily="2" charset="0"/>
              </a:rPr>
              <a:t>Product Sales</a:t>
            </a:r>
            <a:endParaRPr lang="en-US" sz="1300" dirty="0">
              <a:solidFill>
                <a:schemeClr val="tx2"/>
              </a:solidFill>
              <a:latin typeface="Epilogue" pitchFamily="2" charset="0"/>
            </a:endParaRPr>
          </a:p>
        </p:txBody>
      </p:sp>
      <p:sp>
        <p:nvSpPr>
          <p:cNvPr id="14" name="TextBox 13">
            <a:extLst>
              <a:ext uri="{FF2B5EF4-FFF2-40B4-BE49-F238E27FC236}">
                <a16:creationId xmlns:a16="http://schemas.microsoft.com/office/drawing/2014/main" id="{165C7D37-EDAA-D7C8-0A73-83905C33A260}"/>
              </a:ext>
            </a:extLst>
          </p:cNvPr>
          <p:cNvSpPr txBox="1"/>
          <p:nvPr/>
        </p:nvSpPr>
        <p:spPr>
          <a:xfrm>
            <a:off x="4007767" y="4816102"/>
            <a:ext cx="957313" cy="584775"/>
          </a:xfrm>
          <a:prstGeom prst="rect">
            <a:avLst/>
          </a:prstGeom>
        </p:spPr>
        <p:txBody>
          <a:bodyPr wrap="none" rtlCol="0">
            <a:spAutoFit/>
          </a:bodyPr>
          <a:lstStyle/>
          <a:p>
            <a:r>
              <a:rPr lang="en-US" sz="3200" b="1">
                <a:solidFill>
                  <a:schemeClr val="tx2"/>
                </a:solidFill>
                <a:latin typeface="Epilogue" pitchFamily="2" charset="0"/>
              </a:rPr>
              <a:t>96%</a:t>
            </a:r>
            <a:endParaRPr lang="en-US" sz="3200" b="1" dirty="0">
              <a:solidFill>
                <a:schemeClr val="tx2"/>
              </a:solidFill>
              <a:latin typeface="Epilogue" pitchFamily="2" charset="0"/>
            </a:endParaRPr>
          </a:p>
        </p:txBody>
      </p:sp>
      <p:sp>
        <p:nvSpPr>
          <p:cNvPr id="15" name="TextBox 14">
            <a:extLst>
              <a:ext uri="{FF2B5EF4-FFF2-40B4-BE49-F238E27FC236}">
                <a16:creationId xmlns:a16="http://schemas.microsoft.com/office/drawing/2014/main" id="{ADDD3F09-204F-FD62-4339-DB443053812D}"/>
              </a:ext>
            </a:extLst>
          </p:cNvPr>
          <p:cNvSpPr txBox="1"/>
          <p:nvPr/>
        </p:nvSpPr>
        <p:spPr>
          <a:xfrm>
            <a:off x="4007767" y="5310670"/>
            <a:ext cx="1391728" cy="292388"/>
          </a:xfrm>
          <a:prstGeom prst="rect">
            <a:avLst/>
          </a:prstGeom>
        </p:spPr>
        <p:txBody>
          <a:bodyPr wrap="none" rtlCol="0">
            <a:spAutoFit/>
          </a:bodyPr>
          <a:lstStyle/>
          <a:p>
            <a:r>
              <a:rPr lang="en-US" sz="1300">
                <a:solidFill>
                  <a:schemeClr val="tx2"/>
                </a:solidFill>
                <a:latin typeface="Epilogue" pitchFamily="2" charset="0"/>
              </a:rPr>
              <a:t>Product Usage</a:t>
            </a:r>
            <a:endParaRPr lang="en-US" sz="1300" dirty="0">
              <a:solidFill>
                <a:schemeClr val="tx2"/>
              </a:solidFill>
              <a:latin typeface="Epilogue" pitchFamily="2" charset="0"/>
            </a:endParaRPr>
          </a:p>
        </p:txBody>
      </p:sp>
      <p:graphicFrame>
        <p:nvGraphicFramePr>
          <p:cNvPr id="16" name="Chart 15">
            <a:extLst>
              <a:ext uri="{FF2B5EF4-FFF2-40B4-BE49-F238E27FC236}">
                <a16:creationId xmlns:a16="http://schemas.microsoft.com/office/drawing/2014/main" id="{A3F41897-5C9F-B5AD-61D9-3FD2221B5489}"/>
              </a:ext>
            </a:extLst>
          </p:cNvPr>
          <p:cNvGraphicFramePr/>
          <p:nvPr>
            <p:extLst>
              <p:ext uri="{D42A27DB-BD31-4B8C-83A1-F6EECF244321}">
                <p14:modId xmlns:p14="http://schemas.microsoft.com/office/powerpoint/2010/main" val="3762133497"/>
              </p:ext>
            </p:extLst>
          </p:nvPr>
        </p:nvGraphicFramePr>
        <p:xfrm>
          <a:off x="6515364" y="1765300"/>
          <a:ext cx="3657336" cy="407416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Rounded Corners 2">
            <a:extLst>
              <a:ext uri="{FF2B5EF4-FFF2-40B4-BE49-F238E27FC236}">
                <a16:creationId xmlns:a16="http://schemas.microsoft.com/office/drawing/2014/main" id="{041CA43B-1547-F284-5996-B09AB8A932C7}"/>
              </a:ext>
            </a:extLst>
          </p:cNvPr>
          <p:cNvSpPr/>
          <p:nvPr/>
        </p:nvSpPr>
        <p:spPr>
          <a:xfrm>
            <a:off x="1077442" y="4905578"/>
            <a:ext cx="533197" cy="533197"/>
          </a:xfrm>
          <a:prstGeom prst="roundRect">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D9A3E9D1-1FA9-9C37-89DD-ED030B4BC691}"/>
              </a:ext>
            </a:extLst>
          </p:cNvPr>
          <p:cNvSpPr/>
          <p:nvPr/>
        </p:nvSpPr>
        <p:spPr>
          <a:xfrm>
            <a:off x="3432083" y="4905578"/>
            <a:ext cx="533197" cy="533197"/>
          </a:xfrm>
          <a:prstGeom prst="roundRect">
            <a:avLst/>
          </a:prstGeom>
          <a:solidFill>
            <a:schemeClr val="accent2"/>
          </a:solidFill>
          <a:ln>
            <a:no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C58B7008-A619-ABCB-F6A9-802A450660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8104" y="5019776"/>
            <a:ext cx="304800" cy="304800"/>
          </a:xfrm>
          <a:prstGeom prst="rect">
            <a:avLst/>
          </a:prstGeom>
        </p:spPr>
      </p:pic>
      <p:pic>
        <p:nvPicPr>
          <p:cNvPr id="22" name="Graphic 21">
            <a:extLst>
              <a:ext uri="{FF2B5EF4-FFF2-40B4-BE49-F238E27FC236}">
                <a16:creationId xmlns:a16="http://schemas.microsoft.com/office/drawing/2014/main" id="{657CFD17-9B94-7320-D7A6-9858CB2E681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46281" y="5019776"/>
            <a:ext cx="304800" cy="304800"/>
          </a:xfrm>
          <a:prstGeom prst="rect">
            <a:avLst/>
          </a:prstGeom>
        </p:spPr>
      </p:pic>
      <p:sp>
        <p:nvSpPr>
          <p:cNvPr id="25" name="Freeform: Shape 24">
            <a:extLst>
              <a:ext uri="{FF2B5EF4-FFF2-40B4-BE49-F238E27FC236}">
                <a16:creationId xmlns:a16="http://schemas.microsoft.com/office/drawing/2014/main" id="{CDA18DD1-5944-A480-637F-FF2826DEC317}"/>
              </a:ext>
            </a:extLst>
          </p:cNvPr>
          <p:cNvSpPr/>
          <p:nvPr/>
        </p:nvSpPr>
        <p:spPr>
          <a:xfrm>
            <a:off x="5527120" y="5994122"/>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699123C1-DFC8-5A0E-92B4-6B65264B476F}"/>
              </a:ext>
            </a:extLst>
          </p:cNvPr>
          <p:cNvSpPr/>
          <p:nvPr/>
        </p:nvSpPr>
        <p:spPr>
          <a:xfrm>
            <a:off x="5165908" y="5839460"/>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25533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5392265B-ECA7-37FE-2506-C89488CA647F}"/>
              </a:ext>
            </a:extLst>
          </p:cNvPr>
          <p:cNvSpPr/>
          <p:nvPr/>
        </p:nvSpPr>
        <p:spPr>
          <a:xfrm>
            <a:off x="0" y="4357836"/>
            <a:ext cx="12192000" cy="2500163"/>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raphic 15">
            <a:extLst>
              <a:ext uri="{FF2B5EF4-FFF2-40B4-BE49-F238E27FC236}">
                <a16:creationId xmlns:a16="http://schemas.microsoft.com/office/drawing/2014/main" id="{8163547B-8F86-5499-8C76-1FA19A069A8D}"/>
              </a:ext>
            </a:extLst>
          </p:cNvPr>
          <p:cNvSpPr/>
          <p:nvPr/>
        </p:nvSpPr>
        <p:spPr>
          <a:xfrm>
            <a:off x="3073400" y="2508452"/>
            <a:ext cx="3698768" cy="3698768"/>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F55E75C4-012A-DB57-0925-DCE10915D5D4}"/>
              </a:ext>
            </a:extLst>
          </p:cNvPr>
          <p:cNvSpPr txBox="1"/>
          <p:nvPr/>
        </p:nvSpPr>
        <p:spPr>
          <a:xfrm>
            <a:off x="992002" y="53340"/>
            <a:ext cx="10339690" cy="2646878"/>
          </a:xfrm>
          <a:prstGeom prst="rect">
            <a:avLst/>
          </a:prstGeom>
          <a:noFill/>
        </p:spPr>
        <p:txBody>
          <a:bodyPr wrap="none" rtlCol="0">
            <a:spAutoFit/>
          </a:bodyPr>
          <a:lstStyle/>
          <a:p>
            <a:pPr algn="ctr"/>
            <a:r>
              <a:rPr lang="en-US" sz="16600" b="1" spc="600">
                <a:ln w="12700">
                  <a:solidFill>
                    <a:schemeClr val="tx2">
                      <a:alpha val="15000"/>
                    </a:schemeClr>
                  </a:solidFill>
                </a:ln>
                <a:noFill/>
                <a:latin typeface="Epilogue Black" pitchFamily="2" charset="0"/>
              </a:rPr>
              <a:t>MOCKUP</a:t>
            </a:r>
          </a:p>
        </p:txBody>
      </p:sp>
      <p:sp>
        <p:nvSpPr>
          <p:cNvPr id="3" name="Picture Placeholder 2">
            <a:extLst>
              <a:ext uri="{FF2B5EF4-FFF2-40B4-BE49-F238E27FC236}">
                <a16:creationId xmlns:a16="http://schemas.microsoft.com/office/drawing/2014/main" id="{A549014C-8EF4-3AE1-A0CB-E0694F72AE52}"/>
              </a:ext>
            </a:extLst>
          </p:cNvPr>
          <p:cNvSpPr>
            <a:spLocks noGrp="1"/>
          </p:cNvSpPr>
          <p:nvPr>
            <p:ph type="pic" sz="quarter" idx="14"/>
          </p:nvPr>
        </p:nvSpPr>
        <p:spPr/>
      </p:sp>
      <p:sp>
        <p:nvSpPr>
          <p:cNvPr id="7" name="Picture Placeholder 6">
            <a:extLst>
              <a:ext uri="{FF2B5EF4-FFF2-40B4-BE49-F238E27FC236}">
                <a16:creationId xmlns:a16="http://schemas.microsoft.com/office/drawing/2014/main" id="{105C7920-CF53-F939-907F-1CE28E323736}"/>
              </a:ext>
            </a:extLst>
          </p:cNvPr>
          <p:cNvSpPr>
            <a:spLocks noGrp="1"/>
          </p:cNvSpPr>
          <p:nvPr>
            <p:ph type="pic" sz="quarter" idx="15"/>
          </p:nvPr>
        </p:nvSpPr>
        <p:spPr/>
      </p:sp>
      <p:sp>
        <p:nvSpPr>
          <p:cNvPr id="16" name="Graphic 24">
            <a:extLst>
              <a:ext uri="{FF2B5EF4-FFF2-40B4-BE49-F238E27FC236}">
                <a16:creationId xmlns:a16="http://schemas.microsoft.com/office/drawing/2014/main" id="{D7B4A814-B018-BBF1-580D-1E70AB2613DD}"/>
              </a:ext>
            </a:extLst>
          </p:cNvPr>
          <p:cNvSpPr/>
          <p:nvPr/>
        </p:nvSpPr>
        <p:spPr>
          <a:xfrm>
            <a:off x="10645008" y="896587"/>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7" name="Graphic 21">
            <a:extLst>
              <a:ext uri="{FF2B5EF4-FFF2-40B4-BE49-F238E27FC236}">
                <a16:creationId xmlns:a16="http://schemas.microsoft.com/office/drawing/2014/main" id="{C14548AE-7DF0-80E6-105B-CE530D64AF13}"/>
              </a:ext>
            </a:extLst>
          </p:cNvPr>
          <p:cNvSpPr/>
          <p:nvPr/>
        </p:nvSpPr>
        <p:spPr>
          <a:xfrm rot="10800000">
            <a:off x="813296" y="2205306"/>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8" name="Freeform: Shape 17">
            <a:extLst>
              <a:ext uri="{FF2B5EF4-FFF2-40B4-BE49-F238E27FC236}">
                <a16:creationId xmlns:a16="http://schemas.microsoft.com/office/drawing/2014/main" id="{A470A955-978C-D30A-6B2A-74395472D623}"/>
              </a:ext>
            </a:extLst>
          </p:cNvPr>
          <p:cNvSpPr/>
          <p:nvPr/>
        </p:nvSpPr>
        <p:spPr>
          <a:xfrm>
            <a:off x="1161825" y="5592330"/>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86513D05-7387-F25A-C287-CD0487B09048}"/>
              </a:ext>
            </a:extLst>
          </p:cNvPr>
          <p:cNvSpPr/>
          <p:nvPr/>
        </p:nvSpPr>
        <p:spPr>
          <a:xfrm>
            <a:off x="800613" y="5437668"/>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TextBox 19">
            <a:extLst>
              <a:ext uri="{FF2B5EF4-FFF2-40B4-BE49-F238E27FC236}">
                <a16:creationId xmlns:a16="http://schemas.microsoft.com/office/drawing/2014/main" id="{171B5E22-ADEA-4C53-6C36-EB34EBBDE6F0}"/>
              </a:ext>
            </a:extLst>
          </p:cNvPr>
          <p:cNvSpPr txBox="1"/>
          <p:nvPr/>
        </p:nvSpPr>
        <p:spPr>
          <a:xfrm>
            <a:off x="1066800" y="2284719"/>
            <a:ext cx="2690160" cy="830997"/>
          </a:xfrm>
          <a:prstGeom prst="rect">
            <a:avLst/>
          </a:prstGeom>
          <a:noFill/>
        </p:spPr>
        <p:txBody>
          <a:bodyPr wrap="none" rtlCol="0">
            <a:spAutoFit/>
          </a:bodyPr>
          <a:lstStyle/>
          <a:p>
            <a:r>
              <a:rPr lang="en-US" sz="4800" b="1">
                <a:solidFill>
                  <a:schemeClr val="tx2"/>
                </a:solidFill>
                <a:latin typeface="Epilogue" pitchFamily="2" charset="0"/>
              </a:rPr>
              <a:t>Mockup</a:t>
            </a:r>
          </a:p>
        </p:txBody>
      </p:sp>
      <p:sp>
        <p:nvSpPr>
          <p:cNvPr id="21" name="TextBox 20">
            <a:extLst>
              <a:ext uri="{FF2B5EF4-FFF2-40B4-BE49-F238E27FC236}">
                <a16:creationId xmlns:a16="http://schemas.microsoft.com/office/drawing/2014/main" id="{65CFBC82-C49E-4B2C-8120-54F5080F18DA}"/>
              </a:ext>
            </a:extLst>
          </p:cNvPr>
          <p:cNvSpPr txBox="1"/>
          <p:nvPr/>
        </p:nvSpPr>
        <p:spPr>
          <a:xfrm>
            <a:off x="1066800" y="3115716"/>
            <a:ext cx="1422184" cy="292388"/>
          </a:xfrm>
          <a:prstGeom prst="rect">
            <a:avLst/>
          </a:prstGeom>
          <a:noFill/>
        </p:spPr>
        <p:txBody>
          <a:bodyPr wrap="none" rtlCol="0">
            <a:spAutoFit/>
          </a:bodyPr>
          <a:lstStyle/>
          <a:p>
            <a:r>
              <a:rPr lang="en-US" sz="1300">
                <a:solidFill>
                  <a:schemeClr val="tx2"/>
                </a:solidFill>
                <a:latin typeface="Epilogue" pitchFamily="2" charset="0"/>
              </a:rPr>
              <a:t>Device Mockup</a:t>
            </a:r>
          </a:p>
        </p:txBody>
      </p:sp>
    </p:spTree>
    <p:extLst>
      <p:ext uri="{BB962C8B-B14F-4D97-AF65-F5344CB8AC3E}">
        <p14:creationId xmlns:p14="http://schemas.microsoft.com/office/powerpoint/2010/main" val="1531567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Graphic 21">
            <a:extLst>
              <a:ext uri="{FF2B5EF4-FFF2-40B4-BE49-F238E27FC236}">
                <a16:creationId xmlns:a16="http://schemas.microsoft.com/office/drawing/2014/main" id="{1BFF0321-9ED7-2856-D590-B6526C74FB5E}"/>
              </a:ext>
            </a:extLst>
          </p:cNvPr>
          <p:cNvSpPr/>
          <p:nvPr/>
        </p:nvSpPr>
        <p:spPr>
          <a:xfrm rot="10800000">
            <a:off x="835362" y="1431973"/>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5" name="Graphic 15">
            <a:extLst>
              <a:ext uri="{FF2B5EF4-FFF2-40B4-BE49-F238E27FC236}">
                <a16:creationId xmlns:a16="http://schemas.microsoft.com/office/drawing/2014/main" id="{D226E3F6-E153-814D-EE9A-6CE615413510}"/>
              </a:ext>
            </a:extLst>
          </p:cNvPr>
          <p:cNvSpPr/>
          <p:nvPr/>
        </p:nvSpPr>
        <p:spPr>
          <a:xfrm>
            <a:off x="4395150" y="144947"/>
            <a:ext cx="2269028" cy="2269028"/>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8" name="Rectangle: Top Corners Rounded 7">
            <a:extLst>
              <a:ext uri="{FF2B5EF4-FFF2-40B4-BE49-F238E27FC236}">
                <a16:creationId xmlns:a16="http://schemas.microsoft.com/office/drawing/2014/main" id="{18DC4327-D0F9-24FE-F350-DA24CE44740F}"/>
              </a:ext>
            </a:extLst>
          </p:cNvPr>
          <p:cNvSpPr/>
          <p:nvPr/>
        </p:nvSpPr>
        <p:spPr>
          <a:xfrm rot="16200000">
            <a:off x="6711950" y="1377947"/>
            <a:ext cx="6858004" cy="4102102"/>
          </a:xfrm>
          <a:prstGeom prst="round2SameRect">
            <a:avLst>
              <a:gd name="adj1" fmla="val 12432"/>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C174A15-6B83-BEF9-0F41-F02CEC38ED16}"/>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442" t="-101" r="-430" b="101"/>
          <a:stretch/>
        </p:blipFill>
        <p:spPr>
          <a:xfrm>
            <a:off x="4038265" y="986701"/>
            <a:ext cx="7966519" cy="4482098"/>
          </a:xfrm>
          <a:prstGeom prst="rect">
            <a:avLst/>
          </a:prstGeom>
        </p:spPr>
      </p:pic>
      <p:sp>
        <p:nvSpPr>
          <p:cNvPr id="6" name="Picture Placeholder 5">
            <a:extLst>
              <a:ext uri="{FF2B5EF4-FFF2-40B4-BE49-F238E27FC236}">
                <a16:creationId xmlns:a16="http://schemas.microsoft.com/office/drawing/2014/main" id="{6E693C32-A6D0-6372-6B8F-04059D58F6C9}"/>
              </a:ext>
            </a:extLst>
          </p:cNvPr>
          <p:cNvSpPr>
            <a:spLocks noGrp="1"/>
          </p:cNvSpPr>
          <p:nvPr>
            <p:ph type="pic" sz="quarter" idx="14"/>
          </p:nvPr>
        </p:nvSpPr>
        <p:spPr/>
      </p:sp>
      <p:sp>
        <p:nvSpPr>
          <p:cNvPr id="24" name="Rectangle: Rounded Corners 23">
            <a:extLst>
              <a:ext uri="{FF2B5EF4-FFF2-40B4-BE49-F238E27FC236}">
                <a16:creationId xmlns:a16="http://schemas.microsoft.com/office/drawing/2014/main" id="{ED183850-9A87-69C9-C5F1-BB6D6FDBF15A}"/>
              </a:ext>
            </a:extLst>
          </p:cNvPr>
          <p:cNvSpPr/>
          <p:nvPr/>
        </p:nvSpPr>
        <p:spPr>
          <a:xfrm>
            <a:off x="1127942" y="4131300"/>
            <a:ext cx="2327907" cy="1756170"/>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800" y="1081726"/>
            <a:ext cx="1422184" cy="292388"/>
          </a:xfrm>
          <a:prstGeom prst="rect">
            <a:avLst/>
          </a:prstGeom>
          <a:noFill/>
        </p:spPr>
        <p:txBody>
          <a:bodyPr wrap="none" rtlCol="0">
            <a:spAutoFit/>
          </a:bodyPr>
          <a:lstStyle/>
          <a:p>
            <a:r>
              <a:rPr lang="en-US" sz="1300">
                <a:solidFill>
                  <a:schemeClr val="tx2"/>
                </a:solidFill>
                <a:latin typeface="Epilogue" pitchFamily="2" charset="0"/>
              </a:rPr>
              <a:t>Device Mockup</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1" y="1374114"/>
            <a:ext cx="3192348"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Our Website</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1066801" y="2594170"/>
            <a:ext cx="3505199"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ducimus qui blanditiis prae sentium voluptatum deleniti atque quos.</a:t>
            </a:r>
            <a:endParaRPr lang="en-US" sz="1300" b="0" dirty="0">
              <a:solidFill>
                <a:schemeClr val="tx2"/>
              </a:solidFill>
              <a:effectLst/>
              <a:latin typeface="Epilogue" pitchFamily="2" charset="0"/>
            </a:endParaRPr>
          </a:p>
        </p:txBody>
      </p:sp>
      <p:pic>
        <p:nvPicPr>
          <p:cNvPr id="12" name="Graphic 11">
            <a:extLst>
              <a:ext uri="{FF2B5EF4-FFF2-40B4-BE49-F238E27FC236}">
                <a16:creationId xmlns:a16="http://schemas.microsoft.com/office/drawing/2014/main" id="{8AFEC3CA-7D95-0AF6-0E2A-492E73C035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40712" y="4370046"/>
            <a:ext cx="304800" cy="304800"/>
          </a:xfrm>
          <a:prstGeom prst="rect">
            <a:avLst/>
          </a:prstGeom>
        </p:spPr>
      </p:pic>
      <p:sp>
        <p:nvSpPr>
          <p:cNvPr id="17" name="TextBox 16">
            <a:extLst>
              <a:ext uri="{FF2B5EF4-FFF2-40B4-BE49-F238E27FC236}">
                <a16:creationId xmlns:a16="http://schemas.microsoft.com/office/drawing/2014/main" id="{D5F62855-85DB-DF23-08DF-A3A6D365A2B8}"/>
              </a:ext>
            </a:extLst>
          </p:cNvPr>
          <p:cNvSpPr txBox="1"/>
          <p:nvPr/>
        </p:nvSpPr>
        <p:spPr>
          <a:xfrm>
            <a:off x="1355290" y="4751564"/>
            <a:ext cx="1455848" cy="292388"/>
          </a:xfrm>
          <a:prstGeom prst="rect">
            <a:avLst/>
          </a:prstGeom>
        </p:spPr>
        <p:txBody>
          <a:bodyPr wrap="none" rtlCol="0">
            <a:spAutoFit/>
          </a:bodyPr>
          <a:lstStyle/>
          <a:p>
            <a:r>
              <a:rPr lang="en-US" sz="1300" b="1">
                <a:solidFill>
                  <a:schemeClr val="tx2"/>
                </a:solidFill>
                <a:latin typeface="Epilogue" pitchFamily="2" charset="0"/>
              </a:rPr>
              <a:t>Many Features</a:t>
            </a:r>
            <a:endParaRPr lang="en-US" sz="1300" b="1" dirty="0">
              <a:solidFill>
                <a:schemeClr val="tx2"/>
              </a:solidFill>
              <a:latin typeface="Epilogue" pitchFamily="2" charset="0"/>
            </a:endParaRPr>
          </a:p>
        </p:txBody>
      </p:sp>
      <p:sp>
        <p:nvSpPr>
          <p:cNvPr id="18" name="TextBox 17">
            <a:extLst>
              <a:ext uri="{FF2B5EF4-FFF2-40B4-BE49-F238E27FC236}">
                <a16:creationId xmlns:a16="http://schemas.microsoft.com/office/drawing/2014/main" id="{271A7432-C60E-3BBD-9A39-315DFB72A05F}"/>
              </a:ext>
            </a:extLst>
          </p:cNvPr>
          <p:cNvSpPr txBox="1"/>
          <p:nvPr/>
        </p:nvSpPr>
        <p:spPr>
          <a:xfrm>
            <a:off x="1355290" y="5043952"/>
            <a:ext cx="1895475"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Excepturi sint occae cati cupiditate non</a:t>
            </a:r>
            <a:endParaRPr lang="en-US" sz="1300" b="0" dirty="0">
              <a:solidFill>
                <a:schemeClr val="tx2"/>
              </a:solidFill>
              <a:effectLst/>
              <a:latin typeface="Epilogue" pitchFamily="2" charset="0"/>
            </a:endParaRPr>
          </a:p>
        </p:txBody>
      </p:sp>
      <p:sp>
        <p:nvSpPr>
          <p:cNvPr id="25" name="Rectangle: Rounded Corners 24">
            <a:extLst>
              <a:ext uri="{FF2B5EF4-FFF2-40B4-BE49-F238E27FC236}">
                <a16:creationId xmlns:a16="http://schemas.microsoft.com/office/drawing/2014/main" id="{C414571F-B2D2-CAB8-BDCC-1EB69B90BA78}"/>
              </a:ext>
            </a:extLst>
          </p:cNvPr>
          <p:cNvSpPr/>
          <p:nvPr/>
        </p:nvSpPr>
        <p:spPr>
          <a:xfrm>
            <a:off x="3660779" y="4131300"/>
            <a:ext cx="2327907" cy="1756170"/>
          </a:xfrm>
          <a:prstGeom prst="roundRect">
            <a:avLst>
              <a:gd name="adj" fmla="val 1195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7AB3FB5-A3B5-CA06-FF4A-ECEEFAE48225}"/>
              </a:ext>
            </a:extLst>
          </p:cNvPr>
          <p:cNvSpPr txBox="1"/>
          <p:nvPr/>
        </p:nvSpPr>
        <p:spPr>
          <a:xfrm>
            <a:off x="3888127" y="4751564"/>
            <a:ext cx="1176925" cy="292388"/>
          </a:xfrm>
          <a:prstGeom prst="rect">
            <a:avLst/>
          </a:prstGeom>
        </p:spPr>
        <p:txBody>
          <a:bodyPr wrap="none" rtlCol="0">
            <a:spAutoFit/>
          </a:bodyPr>
          <a:lstStyle/>
          <a:p>
            <a:r>
              <a:rPr lang="en-US" sz="1300" b="1">
                <a:solidFill>
                  <a:schemeClr val="tx2"/>
                </a:solidFill>
                <a:latin typeface="Epilogue" pitchFamily="2" charset="0"/>
              </a:rPr>
              <a:t>Easy To Use</a:t>
            </a:r>
            <a:endParaRPr lang="en-US" sz="1300" b="1" dirty="0">
              <a:solidFill>
                <a:schemeClr val="tx2"/>
              </a:solidFill>
              <a:latin typeface="Epilogue" pitchFamily="2" charset="0"/>
            </a:endParaRPr>
          </a:p>
        </p:txBody>
      </p:sp>
      <p:sp>
        <p:nvSpPr>
          <p:cNvPr id="28" name="TextBox 27">
            <a:extLst>
              <a:ext uri="{FF2B5EF4-FFF2-40B4-BE49-F238E27FC236}">
                <a16:creationId xmlns:a16="http://schemas.microsoft.com/office/drawing/2014/main" id="{273B9E69-4CE1-49C8-C94A-582711289982}"/>
              </a:ext>
            </a:extLst>
          </p:cNvPr>
          <p:cNvSpPr txBox="1"/>
          <p:nvPr/>
        </p:nvSpPr>
        <p:spPr>
          <a:xfrm>
            <a:off x="3888127" y="5043952"/>
            <a:ext cx="1895475" cy="663323"/>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Excepturi sint occae cati cupiditate non</a:t>
            </a:r>
            <a:endParaRPr lang="en-US" sz="1300" b="0" dirty="0">
              <a:solidFill>
                <a:schemeClr val="tx2"/>
              </a:solidFill>
              <a:effectLst/>
              <a:latin typeface="Epilogue" pitchFamily="2" charset="0"/>
            </a:endParaRPr>
          </a:p>
        </p:txBody>
      </p:sp>
      <p:pic>
        <p:nvPicPr>
          <p:cNvPr id="30" name="Graphic 29">
            <a:extLst>
              <a:ext uri="{FF2B5EF4-FFF2-40B4-BE49-F238E27FC236}">
                <a16:creationId xmlns:a16="http://schemas.microsoft.com/office/drawing/2014/main" id="{7946F622-7D88-2955-783D-28C0D48448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68154" y="4370046"/>
            <a:ext cx="304800" cy="304800"/>
          </a:xfrm>
          <a:prstGeom prst="rect">
            <a:avLst/>
          </a:prstGeom>
        </p:spPr>
      </p:pic>
      <p:sp>
        <p:nvSpPr>
          <p:cNvPr id="34" name="Graphic 24">
            <a:extLst>
              <a:ext uri="{FF2B5EF4-FFF2-40B4-BE49-F238E27FC236}">
                <a16:creationId xmlns:a16="http://schemas.microsoft.com/office/drawing/2014/main" id="{C7D3E391-F87F-0FD6-E0E0-E4CD7EBB4CFA}"/>
              </a:ext>
            </a:extLst>
          </p:cNvPr>
          <p:cNvSpPr/>
          <p:nvPr/>
        </p:nvSpPr>
        <p:spPr>
          <a:xfrm>
            <a:off x="9116687" y="4444553"/>
            <a:ext cx="1741652" cy="174165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70D4E923-2B9F-988F-31E3-60FBA912BBF2}"/>
              </a:ext>
            </a:extLst>
          </p:cNvPr>
          <p:cNvSpPr/>
          <p:nvPr/>
        </p:nvSpPr>
        <p:spPr>
          <a:xfrm>
            <a:off x="788181" y="3698551"/>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5454FB25-1CF1-ABBE-E88B-F9125D96B9A9}"/>
              </a:ext>
            </a:extLst>
          </p:cNvPr>
          <p:cNvSpPr/>
          <p:nvPr/>
        </p:nvSpPr>
        <p:spPr>
          <a:xfrm>
            <a:off x="426969" y="3543889"/>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23496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2" name="Graphic 21">
            <a:extLst>
              <a:ext uri="{FF2B5EF4-FFF2-40B4-BE49-F238E27FC236}">
                <a16:creationId xmlns:a16="http://schemas.microsoft.com/office/drawing/2014/main" id="{5D95B091-089D-ACFC-F785-3A408A3CBEA5}"/>
              </a:ext>
            </a:extLst>
          </p:cNvPr>
          <p:cNvSpPr/>
          <p:nvPr/>
        </p:nvSpPr>
        <p:spPr>
          <a:xfrm rot="10800000">
            <a:off x="1055623" y="1086446"/>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3" name="Freeform: Shape 42">
            <a:extLst>
              <a:ext uri="{FF2B5EF4-FFF2-40B4-BE49-F238E27FC236}">
                <a16:creationId xmlns:a16="http://schemas.microsoft.com/office/drawing/2014/main" id="{C038F12A-18B3-08AD-A0AE-188FCFD584DF}"/>
              </a:ext>
            </a:extLst>
          </p:cNvPr>
          <p:cNvSpPr/>
          <p:nvPr/>
        </p:nvSpPr>
        <p:spPr>
          <a:xfrm>
            <a:off x="1228581" y="5944970"/>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ABC5FFB6-0613-03A5-A598-A595F262FDD9}"/>
              </a:ext>
            </a:extLst>
          </p:cNvPr>
          <p:cNvSpPr/>
          <p:nvPr/>
        </p:nvSpPr>
        <p:spPr>
          <a:xfrm>
            <a:off x="867369" y="5790308"/>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Graphic 24">
            <a:extLst>
              <a:ext uri="{FF2B5EF4-FFF2-40B4-BE49-F238E27FC236}">
                <a16:creationId xmlns:a16="http://schemas.microsoft.com/office/drawing/2014/main" id="{14BD1630-E2A4-55FA-73ED-33E1C0A24E44}"/>
              </a:ext>
            </a:extLst>
          </p:cNvPr>
          <p:cNvSpPr/>
          <p:nvPr/>
        </p:nvSpPr>
        <p:spPr>
          <a:xfrm>
            <a:off x="5244336" y="346870"/>
            <a:ext cx="2291410" cy="2291410"/>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FBA3D722-63CE-805F-647D-9DDDE8A71B43}"/>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442" t="-101" r="29620" b="101"/>
          <a:stretch/>
        </p:blipFill>
        <p:spPr>
          <a:xfrm>
            <a:off x="5345413" y="685800"/>
            <a:ext cx="6846588" cy="5486400"/>
          </a:xfrm>
          <a:prstGeom prst="rect">
            <a:avLst/>
          </a:prstGeom>
        </p:spPr>
      </p:pic>
      <p:sp>
        <p:nvSpPr>
          <p:cNvPr id="5" name="Picture Placeholder 4">
            <a:extLst>
              <a:ext uri="{FF2B5EF4-FFF2-40B4-BE49-F238E27FC236}">
                <a16:creationId xmlns:a16="http://schemas.microsoft.com/office/drawing/2014/main" id="{0B9F2255-666B-F8E8-A144-F43C70602D40}"/>
              </a:ext>
            </a:extLst>
          </p:cNvPr>
          <p:cNvSpPr>
            <a:spLocks noGrp="1"/>
          </p:cNvSpPr>
          <p:nvPr>
            <p:ph type="pic" sz="quarter" idx="14"/>
          </p:nvPr>
        </p:nvSpPr>
        <p:spPr/>
      </p:sp>
      <p:sp>
        <p:nvSpPr>
          <p:cNvPr id="2" name="TextBox 1">
            <a:extLst>
              <a:ext uri="{FF2B5EF4-FFF2-40B4-BE49-F238E27FC236}">
                <a16:creationId xmlns:a16="http://schemas.microsoft.com/office/drawing/2014/main" id="{B47A6F81-193B-49D8-937A-16B975924CF6}"/>
              </a:ext>
            </a:extLst>
          </p:cNvPr>
          <p:cNvSpPr txBox="1"/>
          <p:nvPr/>
        </p:nvSpPr>
        <p:spPr>
          <a:xfrm>
            <a:off x="1066800" y="711683"/>
            <a:ext cx="1422184" cy="292388"/>
          </a:xfrm>
          <a:prstGeom prst="rect">
            <a:avLst/>
          </a:prstGeom>
          <a:noFill/>
        </p:spPr>
        <p:txBody>
          <a:bodyPr wrap="none" rtlCol="0">
            <a:spAutoFit/>
          </a:bodyPr>
          <a:lstStyle/>
          <a:p>
            <a:r>
              <a:rPr lang="en-US" sz="1300">
                <a:solidFill>
                  <a:schemeClr val="tx2"/>
                </a:solidFill>
                <a:latin typeface="Epilogue" pitchFamily="2" charset="0"/>
              </a:rPr>
              <a:t>Device Mockup</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1" y="1004071"/>
            <a:ext cx="3181349"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Features Of Our Website</a:t>
            </a:r>
            <a:endParaRPr lang="en-US" sz="3600" b="1" dirty="0">
              <a:solidFill>
                <a:schemeClr val="tx2"/>
              </a:solidFill>
              <a:latin typeface="Epilogue" pitchFamily="2" charset="0"/>
              <a:cs typeface="Rubik" pitchFamily="2" charset="-79"/>
            </a:endParaRPr>
          </a:p>
        </p:txBody>
      </p:sp>
      <p:sp>
        <p:nvSpPr>
          <p:cNvPr id="11" name="Rectangle: Rounded Corners 10">
            <a:extLst>
              <a:ext uri="{FF2B5EF4-FFF2-40B4-BE49-F238E27FC236}">
                <a16:creationId xmlns:a16="http://schemas.microsoft.com/office/drawing/2014/main" id="{392C54C4-248F-68DB-38D5-816CD8E29B61}"/>
              </a:ext>
            </a:extLst>
          </p:cNvPr>
          <p:cNvSpPr/>
          <p:nvPr/>
        </p:nvSpPr>
        <p:spPr>
          <a:xfrm>
            <a:off x="1176692" y="2866058"/>
            <a:ext cx="2190334" cy="2718769"/>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E2D170A-9849-6BA2-D637-3D92754ACB11}"/>
              </a:ext>
            </a:extLst>
          </p:cNvPr>
          <p:cNvSpPr txBox="1"/>
          <p:nvPr/>
        </p:nvSpPr>
        <p:spPr>
          <a:xfrm>
            <a:off x="1377062" y="3709889"/>
            <a:ext cx="1245854" cy="292388"/>
          </a:xfrm>
          <a:prstGeom prst="rect">
            <a:avLst/>
          </a:prstGeom>
        </p:spPr>
        <p:txBody>
          <a:bodyPr wrap="none" rtlCol="0">
            <a:spAutoFit/>
          </a:bodyPr>
          <a:lstStyle/>
          <a:p>
            <a:r>
              <a:rPr lang="en-US" sz="1300" b="1">
                <a:solidFill>
                  <a:schemeClr val="tx2"/>
                </a:solidFill>
                <a:latin typeface="Epilogue" pitchFamily="2" charset="0"/>
              </a:rPr>
              <a:t>Feature One</a:t>
            </a:r>
            <a:endParaRPr lang="en-US" sz="1300" b="1" dirty="0">
              <a:solidFill>
                <a:schemeClr val="tx2"/>
              </a:solidFill>
              <a:latin typeface="Epilogue" pitchFamily="2" charset="0"/>
            </a:endParaRPr>
          </a:p>
        </p:txBody>
      </p:sp>
      <p:sp>
        <p:nvSpPr>
          <p:cNvPr id="13" name="TextBox 12">
            <a:extLst>
              <a:ext uri="{FF2B5EF4-FFF2-40B4-BE49-F238E27FC236}">
                <a16:creationId xmlns:a16="http://schemas.microsoft.com/office/drawing/2014/main" id="{F32DC5D4-E837-557D-417C-F017B0B0E426}"/>
              </a:ext>
            </a:extLst>
          </p:cNvPr>
          <p:cNvSpPr txBox="1"/>
          <p:nvPr/>
        </p:nvSpPr>
        <p:spPr>
          <a:xfrm>
            <a:off x="1377062" y="4002277"/>
            <a:ext cx="2043868"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Excepturi sint occae cati cupiditate non provident, similique sunt in culpa officia</a:t>
            </a:r>
            <a:endParaRPr lang="en-US" sz="1300" b="0" dirty="0">
              <a:solidFill>
                <a:schemeClr val="tx2"/>
              </a:solidFill>
              <a:effectLst/>
              <a:latin typeface="Epilogue" pitchFamily="2" charset="0"/>
            </a:endParaRPr>
          </a:p>
        </p:txBody>
      </p:sp>
      <p:sp>
        <p:nvSpPr>
          <p:cNvPr id="17" name="Rectangle: Rounded Corners 16">
            <a:extLst>
              <a:ext uri="{FF2B5EF4-FFF2-40B4-BE49-F238E27FC236}">
                <a16:creationId xmlns:a16="http://schemas.microsoft.com/office/drawing/2014/main" id="{EF4E053F-718F-5E7D-F8BB-032FFCF9C3D3}"/>
              </a:ext>
            </a:extLst>
          </p:cNvPr>
          <p:cNvSpPr/>
          <p:nvPr/>
        </p:nvSpPr>
        <p:spPr>
          <a:xfrm>
            <a:off x="3609566" y="2866058"/>
            <a:ext cx="2190334" cy="2718769"/>
          </a:xfrm>
          <a:prstGeom prst="roundRect">
            <a:avLst>
              <a:gd name="adj" fmla="val 1195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A599B71-9527-2C71-9DDF-E909B4FAD37F}"/>
              </a:ext>
            </a:extLst>
          </p:cNvPr>
          <p:cNvSpPr txBox="1"/>
          <p:nvPr/>
        </p:nvSpPr>
        <p:spPr>
          <a:xfrm>
            <a:off x="3809936" y="3709889"/>
            <a:ext cx="1247457" cy="292388"/>
          </a:xfrm>
          <a:prstGeom prst="rect">
            <a:avLst/>
          </a:prstGeom>
        </p:spPr>
        <p:txBody>
          <a:bodyPr wrap="none" rtlCol="0">
            <a:spAutoFit/>
          </a:bodyPr>
          <a:lstStyle/>
          <a:p>
            <a:r>
              <a:rPr lang="en-US" sz="1300" b="1">
                <a:solidFill>
                  <a:schemeClr val="tx2"/>
                </a:solidFill>
                <a:latin typeface="Epilogue" pitchFamily="2" charset="0"/>
              </a:rPr>
              <a:t>Feature Two</a:t>
            </a:r>
            <a:endParaRPr lang="en-US" sz="1300" b="1" dirty="0">
              <a:solidFill>
                <a:schemeClr val="tx2"/>
              </a:solidFill>
              <a:latin typeface="Epilogue" pitchFamily="2" charset="0"/>
            </a:endParaRPr>
          </a:p>
        </p:txBody>
      </p:sp>
      <p:sp>
        <p:nvSpPr>
          <p:cNvPr id="19" name="TextBox 18">
            <a:extLst>
              <a:ext uri="{FF2B5EF4-FFF2-40B4-BE49-F238E27FC236}">
                <a16:creationId xmlns:a16="http://schemas.microsoft.com/office/drawing/2014/main" id="{5CD1E823-DC55-07C5-567D-D90A50D36809}"/>
              </a:ext>
            </a:extLst>
          </p:cNvPr>
          <p:cNvSpPr txBox="1"/>
          <p:nvPr/>
        </p:nvSpPr>
        <p:spPr>
          <a:xfrm>
            <a:off x="3809936" y="4002277"/>
            <a:ext cx="2043868"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Excepturi sint occae cati cupiditate non provident, similique sunt in culpa officia</a:t>
            </a:r>
            <a:endParaRPr lang="en-US" sz="1300" b="0" dirty="0">
              <a:solidFill>
                <a:schemeClr val="tx2"/>
              </a:solidFill>
              <a:effectLst/>
              <a:latin typeface="Epilogue" pitchFamily="2" charset="0"/>
            </a:endParaRPr>
          </a:p>
        </p:txBody>
      </p:sp>
      <p:sp>
        <p:nvSpPr>
          <p:cNvPr id="28" name="Rectangle: Rounded Corners 27">
            <a:extLst>
              <a:ext uri="{FF2B5EF4-FFF2-40B4-BE49-F238E27FC236}">
                <a16:creationId xmlns:a16="http://schemas.microsoft.com/office/drawing/2014/main" id="{9C06237D-226A-3BEA-8DAF-5CB391B41857}"/>
              </a:ext>
            </a:extLst>
          </p:cNvPr>
          <p:cNvSpPr/>
          <p:nvPr/>
        </p:nvSpPr>
        <p:spPr>
          <a:xfrm>
            <a:off x="6042441" y="2866058"/>
            <a:ext cx="2190334" cy="2718769"/>
          </a:xfrm>
          <a:prstGeom prst="roundRect">
            <a:avLst>
              <a:gd name="adj" fmla="val 11952"/>
            </a:avLst>
          </a:prstGeom>
          <a:solidFill>
            <a:schemeClr val="bg2"/>
          </a:solidFill>
          <a:ln>
            <a:solidFill>
              <a:schemeClr val="accent3"/>
            </a:solidFill>
          </a:ln>
          <a:effectLst>
            <a:outerShdw blurRad="254000" dist="254000" dir="5400000" sx="95000" sy="95000" algn="t"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11410CF-6F73-BFF1-E905-846B9A4F28BD}"/>
              </a:ext>
            </a:extLst>
          </p:cNvPr>
          <p:cNvSpPr txBox="1"/>
          <p:nvPr/>
        </p:nvSpPr>
        <p:spPr>
          <a:xfrm>
            <a:off x="6242811" y="3709889"/>
            <a:ext cx="1404552" cy="292388"/>
          </a:xfrm>
          <a:prstGeom prst="rect">
            <a:avLst/>
          </a:prstGeom>
        </p:spPr>
        <p:txBody>
          <a:bodyPr wrap="none" rtlCol="0">
            <a:spAutoFit/>
          </a:bodyPr>
          <a:lstStyle/>
          <a:p>
            <a:r>
              <a:rPr lang="en-US" sz="1300" b="1">
                <a:solidFill>
                  <a:schemeClr val="tx2"/>
                </a:solidFill>
                <a:latin typeface="Epilogue" pitchFamily="2" charset="0"/>
              </a:rPr>
              <a:t>Feature Three</a:t>
            </a:r>
            <a:endParaRPr lang="en-US" sz="1300" b="1" dirty="0">
              <a:solidFill>
                <a:schemeClr val="tx2"/>
              </a:solidFill>
              <a:latin typeface="Epilogue" pitchFamily="2" charset="0"/>
            </a:endParaRPr>
          </a:p>
        </p:txBody>
      </p:sp>
      <p:sp>
        <p:nvSpPr>
          <p:cNvPr id="30" name="TextBox 29">
            <a:extLst>
              <a:ext uri="{FF2B5EF4-FFF2-40B4-BE49-F238E27FC236}">
                <a16:creationId xmlns:a16="http://schemas.microsoft.com/office/drawing/2014/main" id="{6A599DA7-5E55-28DA-3D45-AA35A1EA800D}"/>
              </a:ext>
            </a:extLst>
          </p:cNvPr>
          <p:cNvSpPr txBox="1"/>
          <p:nvPr/>
        </p:nvSpPr>
        <p:spPr>
          <a:xfrm>
            <a:off x="6242811" y="4002277"/>
            <a:ext cx="2043868"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Excepturi sint occae cati cupiditate non provident, similique sunt in culpa officia</a:t>
            </a:r>
            <a:endParaRPr lang="en-US" sz="1300" b="0" dirty="0">
              <a:solidFill>
                <a:schemeClr val="tx2"/>
              </a:solidFill>
              <a:effectLst/>
              <a:latin typeface="Epilogue" pitchFamily="2" charset="0"/>
            </a:endParaRPr>
          </a:p>
        </p:txBody>
      </p:sp>
      <p:pic>
        <p:nvPicPr>
          <p:cNvPr id="31" name="Graphic 30">
            <a:extLst>
              <a:ext uri="{FF2B5EF4-FFF2-40B4-BE49-F238E27FC236}">
                <a16:creationId xmlns:a16="http://schemas.microsoft.com/office/drawing/2014/main" id="{655F6010-D48D-9684-9223-AFF7D30EBB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5211" y="3182695"/>
            <a:ext cx="304800" cy="304800"/>
          </a:xfrm>
          <a:prstGeom prst="rect">
            <a:avLst/>
          </a:prstGeom>
        </p:spPr>
      </p:pic>
      <p:pic>
        <p:nvPicPr>
          <p:cNvPr id="33" name="Graphic 32">
            <a:extLst>
              <a:ext uri="{FF2B5EF4-FFF2-40B4-BE49-F238E27FC236}">
                <a16:creationId xmlns:a16="http://schemas.microsoft.com/office/drawing/2014/main" id="{9B31ECB8-761D-F0F2-35FB-6B51718F45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29462" y="3181646"/>
            <a:ext cx="304800" cy="304800"/>
          </a:xfrm>
          <a:prstGeom prst="rect">
            <a:avLst/>
          </a:prstGeom>
        </p:spPr>
      </p:pic>
      <p:pic>
        <p:nvPicPr>
          <p:cNvPr id="35" name="Graphic 34">
            <a:extLst>
              <a:ext uri="{FF2B5EF4-FFF2-40B4-BE49-F238E27FC236}">
                <a16:creationId xmlns:a16="http://schemas.microsoft.com/office/drawing/2014/main" id="{AE7BF294-1ADE-C8F0-DD5D-1A1E9229AB2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57522" y="3188219"/>
            <a:ext cx="304800" cy="304800"/>
          </a:xfrm>
          <a:prstGeom prst="rect">
            <a:avLst/>
          </a:prstGeom>
        </p:spPr>
      </p:pic>
    </p:spTree>
    <p:extLst>
      <p:ext uri="{BB962C8B-B14F-4D97-AF65-F5344CB8AC3E}">
        <p14:creationId xmlns:p14="http://schemas.microsoft.com/office/powerpoint/2010/main" val="3301692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Graphic 21">
            <a:extLst>
              <a:ext uri="{FF2B5EF4-FFF2-40B4-BE49-F238E27FC236}">
                <a16:creationId xmlns:a16="http://schemas.microsoft.com/office/drawing/2014/main" id="{CB92FF01-927A-B9C9-0911-437BF8A4244E}"/>
              </a:ext>
            </a:extLst>
          </p:cNvPr>
          <p:cNvSpPr/>
          <p:nvPr/>
        </p:nvSpPr>
        <p:spPr>
          <a:xfrm rot="10800000">
            <a:off x="6660562" y="630063"/>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7" name="Freeform: Shape 36">
            <a:extLst>
              <a:ext uri="{FF2B5EF4-FFF2-40B4-BE49-F238E27FC236}">
                <a16:creationId xmlns:a16="http://schemas.microsoft.com/office/drawing/2014/main" id="{9B15A46B-1157-8FD9-901D-F0A43D373F0B}"/>
              </a:ext>
            </a:extLst>
          </p:cNvPr>
          <p:cNvSpPr/>
          <p:nvPr/>
        </p:nvSpPr>
        <p:spPr>
          <a:xfrm>
            <a:off x="10559126" y="5011616"/>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D06C7EB3-88CE-9230-0D77-DFF370F87083}"/>
              </a:ext>
            </a:extLst>
          </p:cNvPr>
          <p:cNvSpPr/>
          <p:nvPr/>
        </p:nvSpPr>
        <p:spPr>
          <a:xfrm>
            <a:off x="10197914" y="4856954"/>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Graphic 24">
            <a:extLst>
              <a:ext uri="{FF2B5EF4-FFF2-40B4-BE49-F238E27FC236}">
                <a16:creationId xmlns:a16="http://schemas.microsoft.com/office/drawing/2014/main" id="{9AE99105-9284-99B8-2E33-0541C5480D60}"/>
              </a:ext>
            </a:extLst>
          </p:cNvPr>
          <p:cNvSpPr/>
          <p:nvPr/>
        </p:nvSpPr>
        <p:spPr>
          <a:xfrm>
            <a:off x="445385" y="1763805"/>
            <a:ext cx="3465025" cy="3465025"/>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5" name="Picture Placeholder 4">
            <a:extLst>
              <a:ext uri="{FF2B5EF4-FFF2-40B4-BE49-F238E27FC236}">
                <a16:creationId xmlns:a16="http://schemas.microsoft.com/office/drawing/2014/main" id="{D3F73DF5-D005-FFF4-8E18-E0BEF55702A7}"/>
              </a:ext>
            </a:extLst>
          </p:cNvPr>
          <p:cNvSpPr>
            <a:spLocks noGrp="1"/>
          </p:cNvSpPr>
          <p:nvPr>
            <p:ph type="pic" sz="quarter" idx="15"/>
          </p:nvPr>
        </p:nvSpPr>
        <p:spPr/>
      </p:sp>
      <p:pic>
        <p:nvPicPr>
          <p:cNvPr id="30" name="Picture 29">
            <a:extLst>
              <a:ext uri="{FF2B5EF4-FFF2-40B4-BE49-F238E27FC236}">
                <a16:creationId xmlns:a16="http://schemas.microsoft.com/office/drawing/2014/main" id="{D38144FB-4D55-05BE-A228-578C277F7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7987"/>
          <a:stretch>
            <a:fillRect/>
          </a:stretch>
        </p:blipFill>
        <p:spPr bwMode="auto">
          <a:xfrm>
            <a:off x="2883161" y="2733871"/>
            <a:ext cx="2839615" cy="4124131"/>
          </a:xfrm>
          <a:custGeom>
            <a:avLst/>
            <a:gdLst>
              <a:gd name="connsiteX0" fmla="*/ 0 w 2839615"/>
              <a:gd name="connsiteY0" fmla="*/ 0 h 4124131"/>
              <a:gd name="connsiteX1" fmla="*/ 2839615 w 2839615"/>
              <a:gd name="connsiteY1" fmla="*/ 0 h 4124131"/>
              <a:gd name="connsiteX2" fmla="*/ 2839615 w 2839615"/>
              <a:gd name="connsiteY2" fmla="*/ 4124131 h 4124131"/>
              <a:gd name="connsiteX3" fmla="*/ 2669399 w 2839615"/>
              <a:gd name="connsiteY3" fmla="*/ 4124131 h 4124131"/>
              <a:gd name="connsiteX4" fmla="*/ 2669399 w 2839615"/>
              <a:gd name="connsiteY4" fmla="*/ 420024 h 4124131"/>
              <a:gd name="connsiteX5" fmla="*/ 2669399 w 2839615"/>
              <a:gd name="connsiteY5" fmla="*/ 418959 h 4124131"/>
              <a:gd name="connsiteX6" fmla="*/ 2422717 w 2839615"/>
              <a:gd name="connsiteY6" fmla="*/ 174404 h 4124131"/>
              <a:gd name="connsiteX7" fmla="*/ 2154250 w 2839615"/>
              <a:gd name="connsiteY7" fmla="*/ 174404 h 4124131"/>
              <a:gd name="connsiteX8" fmla="*/ 2101114 w 2839615"/>
              <a:gd name="connsiteY8" fmla="*/ 227540 h 4124131"/>
              <a:gd name="connsiteX9" fmla="*/ 1960702 w 2839615"/>
              <a:gd name="connsiteY9" fmla="*/ 367952 h 4124131"/>
              <a:gd name="connsiteX10" fmla="*/ 886837 w 2839615"/>
              <a:gd name="connsiteY10" fmla="*/ 367952 h 4124131"/>
              <a:gd name="connsiteX11" fmla="*/ 746425 w 2839615"/>
              <a:gd name="connsiteY11" fmla="*/ 227540 h 4124131"/>
              <a:gd name="connsiteX12" fmla="*/ 693290 w 2839615"/>
              <a:gd name="connsiteY12" fmla="*/ 174404 h 4124131"/>
              <a:gd name="connsiteX13" fmla="*/ 424556 w 2839615"/>
              <a:gd name="connsiteY13" fmla="*/ 174404 h 4124131"/>
              <a:gd name="connsiteX14" fmla="*/ 178938 w 2839615"/>
              <a:gd name="connsiteY14" fmla="*/ 420024 h 4124131"/>
              <a:gd name="connsiteX15" fmla="*/ 178938 w 2839615"/>
              <a:gd name="connsiteY15" fmla="*/ 4124131 h 4124131"/>
              <a:gd name="connsiteX16" fmla="*/ 0 w 2839615"/>
              <a:gd name="connsiteY16" fmla="*/ 4124131 h 412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39615" h="4124131">
                <a:moveTo>
                  <a:pt x="0" y="0"/>
                </a:moveTo>
                <a:lnTo>
                  <a:pt x="2839615" y="0"/>
                </a:lnTo>
                <a:lnTo>
                  <a:pt x="2839615" y="4124131"/>
                </a:lnTo>
                <a:lnTo>
                  <a:pt x="2669399" y="4124131"/>
                </a:lnTo>
                <a:lnTo>
                  <a:pt x="2669399" y="420024"/>
                </a:lnTo>
                <a:cubicBezTo>
                  <a:pt x="2669399" y="419669"/>
                  <a:pt x="2669399" y="419314"/>
                  <a:pt x="2669399" y="418959"/>
                </a:cubicBezTo>
                <a:cubicBezTo>
                  <a:pt x="2668868" y="283308"/>
                  <a:pt x="2558345" y="173817"/>
                  <a:pt x="2422717" y="174404"/>
                </a:cubicBezTo>
                <a:lnTo>
                  <a:pt x="2154250" y="174404"/>
                </a:lnTo>
                <a:cubicBezTo>
                  <a:pt x="2124893" y="174404"/>
                  <a:pt x="2101114" y="198195"/>
                  <a:pt x="2101114" y="227540"/>
                </a:cubicBezTo>
                <a:cubicBezTo>
                  <a:pt x="2101114" y="305088"/>
                  <a:pt x="2038282" y="367952"/>
                  <a:pt x="1960702" y="367952"/>
                </a:cubicBezTo>
                <a:lnTo>
                  <a:pt x="886837" y="367952"/>
                </a:lnTo>
                <a:cubicBezTo>
                  <a:pt x="809257" y="367952"/>
                  <a:pt x="746425" y="305088"/>
                  <a:pt x="746425" y="227540"/>
                </a:cubicBezTo>
                <a:cubicBezTo>
                  <a:pt x="746425" y="198195"/>
                  <a:pt x="722647" y="174404"/>
                  <a:pt x="693290" y="174404"/>
                </a:cubicBezTo>
                <a:lnTo>
                  <a:pt x="424556" y="174404"/>
                </a:lnTo>
                <a:cubicBezTo>
                  <a:pt x="288930" y="174404"/>
                  <a:pt x="178938" y="284372"/>
                  <a:pt x="178938" y="420024"/>
                </a:cubicBezTo>
                <a:lnTo>
                  <a:pt x="178938" y="4124131"/>
                </a:lnTo>
                <a:lnTo>
                  <a:pt x="0" y="4124131"/>
                </a:lnTo>
                <a:close/>
              </a:path>
            </a:pathLst>
          </a:custGeom>
          <a:noFill/>
          <a:ln w="25400">
            <a:noFill/>
          </a:ln>
          <a:effectLst/>
        </p:spPr>
      </p:pic>
      <p:sp>
        <p:nvSpPr>
          <p:cNvPr id="23" name="TextBox 22">
            <a:extLst>
              <a:ext uri="{FF2B5EF4-FFF2-40B4-BE49-F238E27FC236}">
                <a16:creationId xmlns:a16="http://schemas.microsoft.com/office/drawing/2014/main" id="{202EC9FC-224A-0927-3F78-1F29EB5E9897}"/>
              </a:ext>
            </a:extLst>
          </p:cNvPr>
          <p:cNvSpPr txBox="1"/>
          <p:nvPr/>
        </p:nvSpPr>
        <p:spPr>
          <a:xfrm>
            <a:off x="6388363" y="2733870"/>
            <a:ext cx="4546073" cy="1563570"/>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ducimus quos blanditiis praesentium deleniti atque corrupti dolores et quas molestias. Excepturi sint in occaecati cupiditate non provident, similique sunt id culpa qui officia deserunt mollitia animi, est laborum.</a:t>
            </a:r>
            <a:endParaRPr lang="en-US" sz="1300" b="0" dirty="0">
              <a:solidFill>
                <a:schemeClr val="tx2"/>
              </a:solidFill>
              <a:effectLst/>
              <a:latin typeface="Epilogue" pitchFamily="2" charset="0"/>
            </a:endParaRPr>
          </a:p>
        </p:txBody>
      </p:sp>
      <p:sp>
        <p:nvSpPr>
          <p:cNvPr id="16" name="TextBox 15">
            <a:extLst>
              <a:ext uri="{FF2B5EF4-FFF2-40B4-BE49-F238E27FC236}">
                <a16:creationId xmlns:a16="http://schemas.microsoft.com/office/drawing/2014/main" id="{5DB1A185-4422-29C0-77E7-D48EBEAF8E6C}"/>
              </a:ext>
            </a:extLst>
          </p:cNvPr>
          <p:cNvSpPr txBox="1"/>
          <p:nvPr/>
        </p:nvSpPr>
        <p:spPr>
          <a:xfrm>
            <a:off x="5263080" y="1891906"/>
            <a:ext cx="1665841" cy="292388"/>
          </a:xfrm>
          <a:prstGeom prst="rect">
            <a:avLst/>
          </a:prstGeom>
          <a:noFill/>
        </p:spPr>
        <p:txBody>
          <a:bodyPr wrap="none" rtlCol="0">
            <a:spAutoFit/>
          </a:bodyPr>
          <a:lstStyle/>
          <a:p>
            <a:pPr algn="ctr"/>
            <a:r>
              <a:rPr lang="en-US" sz="1300">
                <a:solidFill>
                  <a:schemeClr val="tx2"/>
                </a:solidFill>
                <a:latin typeface="Epilogue" pitchFamily="2" charset="0"/>
              </a:rPr>
              <a:t>Bootstrap Agency</a:t>
            </a:r>
            <a:endParaRPr lang="en-US" sz="1300" dirty="0">
              <a:solidFill>
                <a:schemeClr val="tx2"/>
              </a:solidFill>
              <a:latin typeface="Epilogue" pitchFamily="2" charset="0"/>
            </a:endParaRPr>
          </a:p>
        </p:txBody>
      </p:sp>
      <p:sp>
        <p:nvSpPr>
          <p:cNvPr id="17" name="TextBox 16">
            <a:extLst>
              <a:ext uri="{FF2B5EF4-FFF2-40B4-BE49-F238E27FC236}">
                <a16:creationId xmlns:a16="http://schemas.microsoft.com/office/drawing/2014/main" id="{423C8D51-4015-0ACB-0E5D-108550EC5253}"/>
              </a:ext>
            </a:extLst>
          </p:cNvPr>
          <p:cNvSpPr txBox="1"/>
          <p:nvPr/>
        </p:nvSpPr>
        <p:spPr>
          <a:xfrm>
            <a:off x="3530601" y="691577"/>
            <a:ext cx="5130799" cy="1200329"/>
          </a:xfrm>
          <a:prstGeom prst="rect">
            <a:avLst/>
          </a:prstGeom>
          <a:noFill/>
        </p:spPr>
        <p:txBody>
          <a:bodyPr wrap="square" rtlCol="0">
            <a:spAutoFit/>
          </a:bodyPr>
          <a:lstStyle/>
          <a:p>
            <a:pPr algn="ctr"/>
            <a:r>
              <a:rPr lang="en-US" sz="3600" b="1">
                <a:solidFill>
                  <a:schemeClr val="tx2"/>
                </a:solidFill>
                <a:latin typeface="Epilogue" pitchFamily="2" charset="0"/>
                <a:cs typeface="Rubik" pitchFamily="2" charset="-79"/>
              </a:rPr>
              <a:t>We Have Developed Various Applications</a:t>
            </a:r>
            <a:endParaRPr lang="en-US" sz="3600" b="1" dirty="0">
              <a:solidFill>
                <a:schemeClr val="tx2"/>
              </a:solidFill>
              <a:latin typeface="Epilogue" pitchFamily="2" charset="0"/>
              <a:cs typeface="Rubik" pitchFamily="2" charset="-79"/>
            </a:endParaRPr>
          </a:p>
        </p:txBody>
      </p:sp>
      <p:sp>
        <p:nvSpPr>
          <p:cNvPr id="20" name="Rectangle: Rounded Corners 19">
            <a:extLst>
              <a:ext uri="{FF2B5EF4-FFF2-40B4-BE49-F238E27FC236}">
                <a16:creationId xmlns:a16="http://schemas.microsoft.com/office/drawing/2014/main" id="{8652AB41-4C41-6CBC-DB44-69013C937038}"/>
              </a:ext>
            </a:extLst>
          </p:cNvPr>
          <p:cNvSpPr/>
          <p:nvPr/>
        </p:nvSpPr>
        <p:spPr>
          <a:xfrm>
            <a:off x="6554774" y="4815484"/>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6AAA8A4-E59D-DA7D-E156-62313731504E}"/>
              </a:ext>
            </a:extLst>
          </p:cNvPr>
          <p:cNvSpPr txBox="1"/>
          <p:nvPr/>
        </p:nvSpPr>
        <p:spPr>
          <a:xfrm>
            <a:off x="6774755" y="4993210"/>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3" name="Picture Placeholder 2">
            <a:extLst>
              <a:ext uri="{FF2B5EF4-FFF2-40B4-BE49-F238E27FC236}">
                <a16:creationId xmlns:a16="http://schemas.microsoft.com/office/drawing/2014/main" id="{028B1F26-5CED-883D-DBAC-B12959BC0F82}"/>
              </a:ext>
            </a:extLst>
          </p:cNvPr>
          <p:cNvSpPr>
            <a:spLocks noGrp="1"/>
          </p:cNvSpPr>
          <p:nvPr>
            <p:ph type="pic" sz="quarter" idx="14"/>
          </p:nvPr>
        </p:nvSpPr>
        <p:spPr/>
      </p:sp>
      <p:pic>
        <p:nvPicPr>
          <p:cNvPr id="28" name="Picture 27">
            <a:extLst>
              <a:ext uri="{FF2B5EF4-FFF2-40B4-BE49-F238E27FC236}">
                <a16:creationId xmlns:a16="http://schemas.microsoft.com/office/drawing/2014/main" id="{66E1A4DF-C86E-CF99-AC8C-8A76F84CD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3224"/>
          <a:stretch>
            <a:fillRect/>
          </a:stretch>
        </p:blipFill>
        <p:spPr bwMode="auto">
          <a:xfrm>
            <a:off x="1244336" y="3636463"/>
            <a:ext cx="2392079" cy="3221537"/>
          </a:xfrm>
          <a:custGeom>
            <a:avLst/>
            <a:gdLst>
              <a:gd name="connsiteX0" fmla="*/ 0 w 2392079"/>
              <a:gd name="connsiteY0" fmla="*/ 0 h 3221537"/>
              <a:gd name="connsiteX1" fmla="*/ 2392079 w 2392079"/>
              <a:gd name="connsiteY1" fmla="*/ 0 h 3221537"/>
              <a:gd name="connsiteX2" fmla="*/ 2392079 w 2392079"/>
              <a:gd name="connsiteY2" fmla="*/ 3221537 h 3221537"/>
              <a:gd name="connsiteX3" fmla="*/ 2248690 w 2392079"/>
              <a:gd name="connsiteY3" fmla="*/ 3221537 h 3221537"/>
              <a:gd name="connsiteX4" fmla="*/ 2248690 w 2392079"/>
              <a:gd name="connsiteY4" fmla="*/ 353826 h 3221537"/>
              <a:gd name="connsiteX5" fmla="*/ 2248690 w 2392079"/>
              <a:gd name="connsiteY5" fmla="*/ 352929 h 3221537"/>
              <a:gd name="connsiteX6" fmla="*/ 2040886 w 2392079"/>
              <a:gd name="connsiteY6" fmla="*/ 146917 h 3221537"/>
              <a:gd name="connsiteX7" fmla="*/ 1814731 w 2392079"/>
              <a:gd name="connsiteY7" fmla="*/ 146917 h 3221537"/>
              <a:gd name="connsiteX8" fmla="*/ 1769969 w 2392079"/>
              <a:gd name="connsiteY8" fmla="*/ 191678 h 3221537"/>
              <a:gd name="connsiteX9" fmla="*/ 1651687 w 2392079"/>
              <a:gd name="connsiteY9" fmla="*/ 309961 h 3221537"/>
              <a:gd name="connsiteX10" fmla="*/ 747067 w 2392079"/>
              <a:gd name="connsiteY10" fmla="*/ 309961 h 3221537"/>
              <a:gd name="connsiteX11" fmla="*/ 628785 w 2392079"/>
              <a:gd name="connsiteY11" fmla="*/ 191678 h 3221537"/>
              <a:gd name="connsiteX12" fmla="*/ 584024 w 2392079"/>
              <a:gd name="connsiteY12" fmla="*/ 146917 h 3221537"/>
              <a:gd name="connsiteX13" fmla="*/ 357644 w 2392079"/>
              <a:gd name="connsiteY13" fmla="*/ 146917 h 3221537"/>
              <a:gd name="connsiteX14" fmla="*/ 150737 w 2392079"/>
              <a:gd name="connsiteY14" fmla="*/ 353826 h 3221537"/>
              <a:gd name="connsiteX15" fmla="*/ 150737 w 2392079"/>
              <a:gd name="connsiteY15" fmla="*/ 3221537 h 3221537"/>
              <a:gd name="connsiteX16" fmla="*/ 0 w 2392079"/>
              <a:gd name="connsiteY16" fmla="*/ 3221537 h 322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92079" h="3221537">
                <a:moveTo>
                  <a:pt x="0" y="0"/>
                </a:moveTo>
                <a:lnTo>
                  <a:pt x="2392079" y="0"/>
                </a:lnTo>
                <a:lnTo>
                  <a:pt x="2392079" y="3221537"/>
                </a:lnTo>
                <a:lnTo>
                  <a:pt x="2248690" y="3221537"/>
                </a:lnTo>
                <a:lnTo>
                  <a:pt x="2248690" y="353826"/>
                </a:lnTo>
                <a:cubicBezTo>
                  <a:pt x="2248690" y="353527"/>
                  <a:pt x="2248690" y="353228"/>
                  <a:pt x="2248690" y="352929"/>
                </a:cubicBezTo>
                <a:cubicBezTo>
                  <a:pt x="2248243" y="238657"/>
                  <a:pt x="2155138" y="146423"/>
                  <a:pt x="2040886" y="146917"/>
                </a:cubicBezTo>
                <a:lnTo>
                  <a:pt x="1814731" y="146917"/>
                </a:lnTo>
                <a:cubicBezTo>
                  <a:pt x="1790000" y="146917"/>
                  <a:pt x="1769969" y="166959"/>
                  <a:pt x="1769969" y="191678"/>
                </a:cubicBezTo>
                <a:cubicBezTo>
                  <a:pt x="1769969" y="257005"/>
                  <a:pt x="1717040" y="309961"/>
                  <a:pt x="1651687" y="309961"/>
                </a:cubicBezTo>
                <a:lnTo>
                  <a:pt x="747067" y="309961"/>
                </a:lnTo>
                <a:cubicBezTo>
                  <a:pt x="681715" y="309961"/>
                  <a:pt x="628785" y="257005"/>
                  <a:pt x="628785" y="191678"/>
                </a:cubicBezTo>
                <a:cubicBezTo>
                  <a:pt x="628785" y="166959"/>
                  <a:pt x="608755" y="146917"/>
                  <a:pt x="584024" y="146917"/>
                </a:cubicBezTo>
                <a:lnTo>
                  <a:pt x="357644" y="146917"/>
                </a:lnTo>
                <a:cubicBezTo>
                  <a:pt x="243394" y="146917"/>
                  <a:pt x="150737" y="239554"/>
                  <a:pt x="150737" y="353826"/>
                </a:cubicBezTo>
                <a:lnTo>
                  <a:pt x="150737" y="3221537"/>
                </a:lnTo>
                <a:lnTo>
                  <a:pt x="0" y="3221537"/>
                </a:lnTo>
                <a:close/>
              </a:path>
            </a:pathLst>
          </a:custGeom>
          <a:noFill/>
          <a:ln w="25400">
            <a:noFill/>
          </a:ln>
          <a:effectLst/>
        </p:spPr>
      </p:pic>
    </p:spTree>
    <p:extLst>
      <p:ext uri="{BB962C8B-B14F-4D97-AF65-F5344CB8AC3E}">
        <p14:creationId xmlns:p14="http://schemas.microsoft.com/office/powerpoint/2010/main" val="4161560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 name="Graphic 21">
            <a:extLst>
              <a:ext uri="{FF2B5EF4-FFF2-40B4-BE49-F238E27FC236}">
                <a16:creationId xmlns:a16="http://schemas.microsoft.com/office/drawing/2014/main" id="{2619E933-2BB5-6165-FDD2-0F93BF9D9175}"/>
              </a:ext>
            </a:extLst>
          </p:cNvPr>
          <p:cNvSpPr/>
          <p:nvPr/>
        </p:nvSpPr>
        <p:spPr>
          <a:xfrm rot="10800000">
            <a:off x="801291" y="958307"/>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 name="Rectangle: Top Corners Rounded 2">
            <a:extLst>
              <a:ext uri="{FF2B5EF4-FFF2-40B4-BE49-F238E27FC236}">
                <a16:creationId xmlns:a16="http://schemas.microsoft.com/office/drawing/2014/main" id="{25ABE49C-3FD9-1F0C-49CF-26D9B156ABF9}"/>
              </a:ext>
            </a:extLst>
          </p:cNvPr>
          <p:cNvSpPr/>
          <p:nvPr/>
        </p:nvSpPr>
        <p:spPr>
          <a:xfrm>
            <a:off x="5281694" y="2276475"/>
            <a:ext cx="5843506" cy="4581525"/>
          </a:xfrm>
          <a:prstGeom prst="round2SameRect">
            <a:avLst>
              <a:gd name="adj1" fmla="val 897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Graphic 24">
            <a:extLst>
              <a:ext uri="{FF2B5EF4-FFF2-40B4-BE49-F238E27FC236}">
                <a16:creationId xmlns:a16="http://schemas.microsoft.com/office/drawing/2014/main" id="{5EC0DCBA-C409-2706-A027-9BB5862A77AB}"/>
              </a:ext>
            </a:extLst>
          </p:cNvPr>
          <p:cNvSpPr/>
          <p:nvPr/>
        </p:nvSpPr>
        <p:spPr>
          <a:xfrm>
            <a:off x="9107665" y="1540572"/>
            <a:ext cx="2630148" cy="2630148"/>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346DADC0-7780-5341-9368-98AB91A3BA60}"/>
              </a:ext>
            </a:extLst>
          </p:cNvPr>
          <p:cNvSpPr>
            <a:spLocks noGrp="1"/>
          </p:cNvSpPr>
          <p:nvPr>
            <p:ph type="pic" sz="quarter" idx="15"/>
          </p:nvPr>
        </p:nvSpPr>
        <p:spPr/>
      </p:sp>
      <p:pic>
        <p:nvPicPr>
          <p:cNvPr id="28" name="Picture 27">
            <a:extLst>
              <a:ext uri="{FF2B5EF4-FFF2-40B4-BE49-F238E27FC236}">
                <a16:creationId xmlns:a16="http://schemas.microsoft.com/office/drawing/2014/main" id="{7DF3DD64-E293-50BE-1973-757F5CE9B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600000">
            <a:off x="7793753" y="1275037"/>
            <a:ext cx="2389848" cy="4819858"/>
          </a:xfrm>
          <a:custGeom>
            <a:avLst/>
            <a:gdLst>
              <a:gd name="connsiteX0" fmla="*/ 406723 w 2720340"/>
              <a:gd name="connsiteY0" fmla="*/ 167078 h 5486400"/>
              <a:gd name="connsiteX1" fmla="*/ 171422 w 2720340"/>
              <a:gd name="connsiteY1" fmla="*/ 402381 h 5486400"/>
              <a:gd name="connsiteX2" fmla="*/ 171422 w 2720340"/>
              <a:gd name="connsiteY2" fmla="*/ 5031810 h 5486400"/>
              <a:gd name="connsiteX3" fmla="*/ 417543 w 2720340"/>
              <a:gd name="connsiteY3" fmla="*/ 5277929 h 5486400"/>
              <a:gd name="connsiteX4" fmla="*/ 2311154 w 2720340"/>
              <a:gd name="connsiteY4" fmla="*/ 5277929 h 5486400"/>
              <a:gd name="connsiteX5" fmla="*/ 2557274 w 2720340"/>
              <a:gd name="connsiteY5" fmla="*/ 5031810 h 5486400"/>
              <a:gd name="connsiteX6" fmla="*/ 2557274 w 2720340"/>
              <a:gd name="connsiteY6" fmla="*/ 402381 h 5486400"/>
              <a:gd name="connsiteX7" fmla="*/ 2557274 w 2720340"/>
              <a:gd name="connsiteY7" fmla="*/ 401361 h 5486400"/>
              <a:gd name="connsiteX8" fmla="*/ 2320953 w 2720340"/>
              <a:gd name="connsiteY8" fmla="*/ 167078 h 5486400"/>
              <a:gd name="connsiteX9" fmla="*/ 2063763 w 2720340"/>
              <a:gd name="connsiteY9" fmla="*/ 167078 h 5486400"/>
              <a:gd name="connsiteX10" fmla="*/ 2012859 w 2720340"/>
              <a:gd name="connsiteY10" fmla="*/ 217982 h 5486400"/>
              <a:gd name="connsiteX11" fmla="*/ 1878345 w 2720340"/>
              <a:gd name="connsiteY11" fmla="*/ 352496 h 5486400"/>
              <a:gd name="connsiteX12" fmla="*/ 849586 w 2720340"/>
              <a:gd name="connsiteY12" fmla="*/ 352496 h 5486400"/>
              <a:gd name="connsiteX13" fmla="*/ 715072 w 2720340"/>
              <a:gd name="connsiteY13" fmla="*/ 217982 h 5486400"/>
              <a:gd name="connsiteX14" fmla="*/ 664169 w 2720340"/>
              <a:gd name="connsiteY14" fmla="*/ 167078 h 5486400"/>
              <a:gd name="connsiteX15" fmla="*/ 0 w 2720340"/>
              <a:gd name="connsiteY15" fmla="*/ 0 h 5486400"/>
              <a:gd name="connsiteX16" fmla="*/ 2720340 w 2720340"/>
              <a:gd name="connsiteY16" fmla="*/ 0 h 5486400"/>
              <a:gd name="connsiteX17" fmla="*/ 2720340 w 2720340"/>
              <a:gd name="connsiteY17" fmla="*/ 5486400 h 5486400"/>
              <a:gd name="connsiteX18" fmla="*/ 0 w 2720340"/>
              <a:gd name="connsiteY18"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20340" h="5486400">
                <a:moveTo>
                  <a:pt x="406723" y="167078"/>
                </a:moveTo>
                <a:cubicBezTo>
                  <a:pt x="276794" y="167078"/>
                  <a:pt x="171422" y="272427"/>
                  <a:pt x="171422" y="402381"/>
                </a:cubicBezTo>
                <a:lnTo>
                  <a:pt x="171422" y="5031810"/>
                </a:lnTo>
                <a:cubicBezTo>
                  <a:pt x="171422" y="5167736"/>
                  <a:pt x="281627" y="5277929"/>
                  <a:pt x="417543" y="5277929"/>
                </a:cubicBezTo>
                <a:lnTo>
                  <a:pt x="2311154" y="5277929"/>
                </a:lnTo>
                <a:cubicBezTo>
                  <a:pt x="2447068" y="5277929"/>
                  <a:pt x="2557274" y="5167736"/>
                  <a:pt x="2557274" y="5031810"/>
                </a:cubicBezTo>
                <a:lnTo>
                  <a:pt x="2557274" y="402381"/>
                </a:lnTo>
                <a:cubicBezTo>
                  <a:pt x="2557274" y="402041"/>
                  <a:pt x="2557274" y="401701"/>
                  <a:pt x="2557274" y="401361"/>
                </a:cubicBezTo>
                <a:cubicBezTo>
                  <a:pt x="2556765" y="271408"/>
                  <a:pt x="2450884" y="166516"/>
                  <a:pt x="2320953" y="167078"/>
                </a:cubicBezTo>
                <a:lnTo>
                  <a:pt x="2063763" y="167078"/>
                </a:lnTo>
                <a:cubicBezTo>
                  <a:pt x="2035639" y="167078"/>
                  <a:pt x="2012859" y="189870"/>
                  <a:pt x="2012859" y="217982"/>
                </a:cubicBezTo>
                <a:cubicBezTo>
                  <a:pt x="2012859" y="292273"/>
                  <a:pt x="1952666" y="352496"/>
                  <a:pt x="1878345" y="352496"/>
                </a:cubicBezTo>
                <a:lnTo>
                  <a:pt x="849586" y="352496"/>
                </a:lnTo>
                <a:cubicBezTo>
                  <a:pt x="775265" y="352496"/>
                  <a:pt x="715072" y="292273"/>
                  <a:pt x="715072" y="217982"/>
                </a:cubicBezTo>
                <a:cubicBezTo>
                  <a:pt x="715072" y="189870"/>
                  <a:pt x="692293" y="167078"/>
                  <a:pt x="664169" y="167078"/>
                </a:cubicBezTo>
                <a:close/>
                <a:moveTo>
                  <a:pt x="0" y="0"/>
                </a:moveTo>
                <a:lnTo>
                  <a:pt x="2720340" y="0"/>
                </a:lnTo>
                <a:lnTo>
                  <a:pt x="2720340" y="5486400"/>
                </a:lnTo>
                <a:lnTo>
                  <a:pt x="0" y="5486400"/>
                </a:lnTo>
                <a:close/>
              </a:path>
            </a:pathLst>
          </a:custGeom>
          <a:noFill/>
          <a:ln w="25400">
            <a:noFill/>
          </a:ln>
          <a:effectLst/>
        </p:spPr>
      </p:pic>
      <p:sp>
        <p:nvSpPr>
          <p:cNvPr id="4" name="Picture Placeholder 3">
            <a:extLst>
              <a:ext uri="{FF2B5EF4-FFF2-40B4-BE49-F238E27FC236}">
                <a16:creationId xmlns:a16="http://schemas.microsoft.com/office/drawing/2014/main" id="{58499E98-B45A-9EE9-AA34-D6449127E0B7}"/>
              </a:ext>
            </a:extLst>
          </p:cNvPr>
          <p:cNvSpPr>
            <a:spLocks noGrp="1"/>
          </p:cNvSpPr>
          <p:nvPr>
            <p:ph type="pic" sz="quarter" idx="14"/>
          </p:nvPr>
        </p:nvSpPr>
        <p:spPr/>
      </p:sp>
      <p:pic>
        <p:nvPicPr>
          <p:cNvPr id="29" name="Picture 28">
            <a:extLst>
              <a:ext uri="{FF2B5EF4-FFF2-40B4-BE49-F238E27FC236}">
                <a16:creationId xmlns:a16="http://schemas.microsoft.com/office/drawing/2014/main" id="{4885C719-4B08-9416-4647-7AA0F9E7D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000000">
            <a:off x="6015504" y="775690"/>
            <a:ext cx="2389848" cy="4819858"/>
          </a:xfrm>
          <a:custGeom>
            <a:avLst/>
            <a:gdLst>
              <a:gd name="connsiteX0" fmla="*/ 406723 w 2720340"/>
              <a:gd name="connsiteY0" fmla="*/ 167078 h 5486400"/>
              <a:gd name="connsiteX1" fmla="*/ 171422 w 2720340"/>
              <a:gd name="connsiteY1" fmla="*/ 402381 h 5486400"/>
              <a:gd name="connsiteX2" fmla="*/ 171422 w 2720340"/>
              <a:gd name="connsiteY2" fmla="*/ 5031810 h 5486400"/>
              <a:gd name="connsiteX3" fmla="*/ 417543 w 2720340"/>
              <a:gd name="connsiteY3" fmla="*/ 5277929 h 5486400"/>
              <a:gd name="connsiteX4" fmla="*/ 2311154 w 2720340"/>
              <a:gd name="connsiteY4" fmla="*/ 5277929 h 5486400"/>
              <a:gd name="connsiteX5" fmla="*/ 2557274 w 2720340"/>
              <a:gd name="connsiteY5" fmla="*/ 5031810 h 5486400"/>
              <a:gd name="connsiteX6" fmla="*/ 2557274 w 2720340"/>
              <a:gd name="connsiteY6" fmla="*/ 402381 h 5486400"/>
              <a:gd name="connsiteX7" fmla="*/ 2557274 w 2720340"/>
              <a:gd name="connsiteY7" fmla="*/ 401361 h 5486400"/>
              <a:gd name="connsiteX8" fmla="*/ 2320953 w 2720340"/>
              <a:gd name="connsiteY8" fmla="*/ 167078 h 5486400"/>
              <a:gd name="connsiteX9" fmla="*/ 2063763 w 2720340"/>
              <a:gd name="connsiteY9" fmla="*/ 167078 h 5486400"/>
              <a:gd name="connsiteX10" fmla="*/ 2012859 w 2720340"/>
              <a:gd name="connsiteY10" fmla="*/ 217982 h 5486400"/>
              <a:gd name="connsiteX11" fmla="*/ 1878345 w 2720340"/>
              <a:gd name="connsiteY11" fmla="*/ 352496 h 5486400"/>
              <a:gd name="connsiteX12" fmla="*/ 849586 w 2720340"/>
              <a:gd name="connsiteY12" fmla="*/ 352496 h 5486400"/>
              <a:gd name="connsiteX13" fmla="*/ 715072 w 2720340"/>
              <a:gd name="connsiteY13" fmla="*/ 217982 h 5486400"/>
              <a:gd name="connsiteX14" fmla="*/ 664169 w 2720340"/>
              <a:gd name="connsiteY14" fmla="*/ 167078 h 5486400"/>
              <a:gd name="connsiteX15" fmla="*/ 0 w 2720340"/>
              <a:gd name="connsiteY15" fmla="*/ 0 h 5486400"/>
              <a:gd name="connsiteX16" fmla="*/ 2720340 w 2720340"/>
              <a:gd name="connsiteY16" fmla="*/ 0 h 5486400"/>
              <a:gd name="connsiteX17" fmla="*/ 2720340 w 2720340"/>
              <a:gd name="connsiteY17" fmla="*/ 5486400 h 5486400"/>
              <a:gd name="connsiteX18" fmla="*/ 0 w 2720340"/>
              <a:gd name="connsiteY18"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20340" h="5486400">
                <a:moveTo>
                  <a:pt x="406723" y="167078"/>
                </a:moveTo>
                <a:cubicBezTo>
                  <a:pt x="276794" y="167078"/>
                  <a:pt x="171422" y="272427"/>
                  <a:pt x="171422" y="402381"/>
                </a:cubicBezTo>
                <a:lnTo>
                  <a:pt x="171422" y="5031810"/>
                </a:lnTo>
                <a:cubicBezTo>
                  <a:pt x="171422" y="5167736"/>
                  <a:pt x="281627" y="5277929"/>
                  <a:pt x="417543" y="5277929"/>
                </a:cubicBezTo>
                <a:lnTo>
                  <a:pt x="2311154" y="5277929"/>
                </a:lnTo>
                <a:cubicBezTo>
                  <a:pt x="2447068" y="5277929"/>
                  <a:pt x="2557274" y="5167736"/>
                  <a:pt x="2557274" y="5031810"/>
                </a:cubicBezTo>
                <a:lnTo>
                  <a:pt x="2557274" y="402381"/>
                </a:lnTo>
                <a:cubicBezTo>
                  <a:pt x="2557274" y="402041"/>
                  <a:pt x="2557274" y="401701"/>
                  <a:pt x="2557274" y="401361"/>
                </a:cubicBezTo>
                <a:cubicBezTo>
                  <a:pt x="2556765" y="271408"/>
                  <a:pt x="2450884" y="166516"/>
                  <a:pt x="2320953" y="167078"/>
                </a:cubicBezTo>
                <a:lnTo>
                  <a:pt x="2063763" y="167078"/>
                </a:lnTo>
                <a:cubicBezTo>
                  <a:pt x="2035639" y="167078"/>
                  <a:pt x="2012859" y="189870"/>
                  <a:pt x="2012859" y="217982"/>
                </a:cubicBezTo>
                <a:cubicBezTo>
                  <a:pt x="2012859" y="292273"/>
                  <a:pt x="1952666" y="352496"/>
                  <a:pt x="1878345" y="352496"/>
                </a:cubicBezTo>
                <a:lnTo>
                  <a:pt x="849586" y="352496"/>
                </a:lnTo>
                <a:cubicBezTo>
                  <a:pt x="775265" y="352496"/>
                  <a:pt x="715072" y="292273"/>
                  <a:pt x="715072" y="217982"/>
                </a:cubicBezTo>
                <a:cubicBezTo>
                  <a:pt x="715072" y="189870"/>
                  <a:pt x="692293" y="167078"/>
                  <a:pt x="664169" y="167078"/>
                </a:cubicBezTo>
                <a:close/>
                <a:moveTo>
                  <a:pt x="0" y="0"/>
                </a:moveTo>
                <a:lnTo>
                  <a:pt x="2720340" y="0"/>
                </a:lnTo>
                <a:lnTo>
                  <a:pt x="2720340" y="5486400"/>
                </a:lnTo>
                <a:lnTo>
                  <a:pt x="0" y="5486400"/>
                </a:lnTo>
                <a:close/>
              </a:path>
            </a:pathLst>
          </a:custGeom>
          <a:noFill/>
          <a:ln w="25400">
            <a:noFill/>
          </a:ln>
          <a:effectLst/>
        </p:spPr>
      </p:pic>
      <p:sp>
        <p:nvSpPr>
          <p:cNvPr id="23" name="TextBox 22">
            <a:extLst>
              <a:ext uri="{FF2B5EF4-FFF2-40B4-BE49-F238E27FC236}">
                <a16:creationId xmlns:a16="http://schemas.microsoft.com/office/drawing/2014/main" id="{202EC9FC-224A-0927-3F78-1F29EB5E9897}"/>
              </a:ext>
            </a:extLst>
          </p:cNvPr>
          <p:cNvSpPr txBox="1"/>
          <p:nvPr/>
        </p:nvSpPr>
        <p:spPr>
          <a:xfrm>
            <a:off x="1066800" y="3038670"/>
            <a:ext cx="3403600" cy="2763898"/>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ducimus qui blanditiis prae sentium voluptatum deleniti corrupti quos dolores et quas molestias atque.</a:t>
            </a:r>
            <a:br>
              <a:rPr lang="en-US" sz="1300">
                <a:solidFill>
                  <a:schemeClr val="tx2"/>
                </a:solidFill>
                <a:latin typeface="Epilogue" pitchFamily="2" charset="0"/>
              </a:rPr>
            </a:br>
            <a:br>
              <a:rPr lang="en-US" sz="1300">
                <a:solidFill>
                  <a:schemeClr val="tx2"/>
                </a:solidFill>
                <a:latin typeface="Epilogue" pitchFamily="2" charset="0"/>
              </a:rPr>
            </a:br>
            <a:r>
              <a:rPr lang="en-US" sz="1300">
                <a:solidFill>
                  <a:schemeClr val="tx2"/>
                </a:solidFill>
                <a:latin typeface="Epilogue" pitchFamily="2" charset="0"/>
              </a:rPr>
              <a:t>Excepturi sint occaecati cupiditate non provident, similique sunt in culpa qui officia deserunt mollitia animi, id est laborum et dolorum fuga.</a:t>
            </a:r>
            <a:endParaRPr lang="en-US" sz="1300" b="0" dirty="0">
              <a:solidFill>
                <a:schemeClr val="tx2"/>
              </a:solidFill>
              <a:effectLst/>
              <a:latin typeface="Epilogue" pitchFamily="2" charset="0"/>
            </a:endParaRPr>
          </a:p>
        </p:txBody>
      </p:sp>
      <p:sp>
        <p:nvSpPr>
          <p:cNvPr id="10" name="TextBox 9">
            <a:extLst>
              <a:ext uri="{FF2B5EF4-FFF2-40B4-BE49-F238E27FC236}">
                <a16:creationId xmlns:a16="http://schemas.microsoft.com/office/drawing/2014/main" id="{75E79A7B-D0EC-E281-8390-FF2246797A5F}"/>
              </a:ext>
            </a:extLst>
          </p:cNvPr>
          <p:cNvSpPr txBox="1"/>
          <p:nvPr/>
        </p:nvSpPr>
        <p:spPr>
          <a:xfrm>
            <a:off x="1066800" y="2168899"/>
            <a:ext cx="2449710" cy="292388"/>
          </a:xfrm>
          <a:prstGeom prst="rect">
            <a:avLst/>
          </a:prstGeom>
          <a:noFill/>
        </p:spPr>
        <p:txBody>
          <a:bodyPr wrap="none" rtlCol="0">
            <a:spAutoFit/>
          </a:bodyPr>
          <a:lstStyle/>
          <a:p>
            <a:pPr algn="ctr"/>
            <a:r>
              <a:rPr lang="en-US" sz="1300">
                <a:solidFill>
                  <a:schemeClr val="tx2"/>
                </a:solidFill>
                <a:latin typeface="Epilogue" pitchFamily="2" charset="0"/>
              </a:rPr>
              <a:t>Compatible With All Devices</a:t>
            </a:r>
            <a:endParaRPr lang="en-US" sz="1300" dirty="0">
              <a:solidFill>
                <a:schemeClr val="tx2"/>
              </a:solidFill>
              <a:latin typeface="Epilogue" pitchFamily="2" charset="0"/>
            </a:endParaRPr>
          </a:p>
        </p:txBody>
      </p:sp>
      <p:sp>
        <p:nvSpPr>
          <p:cNvPr id="11" name="TextBox 10">
            <a:extLst>
              <a:ext uri="{FF2B5EF4-FFF2-40B4-BE49-F238E27FC236}">
                <a16:creationId xmlns:a16="http://schemas.microsoft.com/office/drawing/2014/main" id="{41810F05-DE8C-80DA-5F1F-2AADEB509830}"/>
              </a:ext>
            </a:extLst>
          </p:cNvPr>
          <p:cNvSpPr txBox="1"/>
          <p:nvPr/>
        </p:nvSpPr>
        <p:spPr>
          <a:xfrm>
            <a:off x="1066800" y="968570"/>
            <a:ext cx="3165775"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Try Our</a:t>
            </a:r>
          </a:p>
          <a:p>
            <a:r>
              <a:rPr lang="en-US" sz="3600" b="1">
                <a:solidFill>
                  <a:schemeClr val="tx2"/>
                </a:solidFill>
                <a:latin typeface="Epilogue" pitchFamily="2" charset="0"/>
                <a:cs typeface="Rubik" pitchFamily="2" charset="-79"/>
              </a:rPr>
              <a:t>Mobile Apps</a:t>
            </a:r>
            <a:endParaRPr lang="en-US" sz="3600" b="1" dirty="0">
              <a:solidFill>
                <a:schemeClr val="tx2"/>
              </a:solidFill>
              <a:latin typeface="Epilogue" pitchFamily="2" charset="0"/>
              <a:cs typeface="Rubik" pitchFamily="2" charset="-79"/>
            </a:endParaRPr>
          </a:p>
        </p:txBody>
      </p:sp>
      <p:sp>
        <p:nvSpPr>
          <p:cNvPr id="20" name="Rectangle: Rounded Corners 19">
            <a:extLst>
              <a:ext uri="{FF2B5EF4-FFF2-40B4-BE49-F238E27FC236}">
                <a16:creationId xmlns:a16="http://schemas.microsoft.com/office/drawing/2014/main" id="{C70B56BA-45A0-FBD2-07EF-49E492A83F44}"/>
              </a:ext>
            </a:extLst>
          </p:cNvPr>
          <p:cNvSpPr/>
          <p:nvPr/>
        </p:nvSpPr>
        <p:spPr>
          <a:xfrm>
            <a:off x="4823434" y="2770501"/>
            <a:ext cx="2031284" cy="2411099"/>
          </a:xfrm>
          <a:prstGeom prst="roundRect">
            <a:avLst>
              <a:gd name="adj" fmla="val 1404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3E7A54D-C234-5E5D-452C-E66792619998}"/>
              </a:ext>
            </a:extLst>
          </p:cNvPr>
          <p:cNvSpPr txBox="1"/>
          <p:nvPr/>
        </p:nvSpPr>
        <p:spPr>
          <a:xfrm>
            <a:off x="5106343" y="3126005"/>
            <a:ext cx="1465466" cy="292388"/>
          </a:xfrm>
          <a:prstGeom prst="rect">
            <a:avLst/>
          </a:prstGeom>
        </p:spPr>
        <p:txBody>
          <a:bodyPr wrap="none" rtlCol="0">
            <a:spAutoFit/>
          </a:bodyPr>
          <a:lstStyle/>
          <a:p>
            <a:pPr algn="ctr"/>
            <a:r>
              <a:rPr lang="en-US" sz="1300" b="1">
                <a:solidFill>
                  <a:schemeClr val="tx2"/>
                </a:solidFill>
                <a:latin typeface="Epilogue" pitchFamily="2" charset="0"/>
              </a:rPr>
              <a:t>Download here</a:t>
            </a:r>
            <a:endParaRPr lang="en-US" sz="1300" b="1" dirty="0">
              <a:solidFill>
                <a:schemeClr val="tx2"/>
              </a:solidFill>
              <a:latin typeface="Epilogue" pitchFamily="2" charset="0"/>
            </a:endParaRPr>
          </a:p>
        </p:txBody>
      </p:sp>
      <p:sp>
        <p:nvSpPr>
          <p:cNvPr id="22" name="Rectangle: Rounded Corners 21">
            <a:extLst>
              <a:ext uri="{FF2B5EF4-FFF2-40B4-BE49-F238E27FC236}">
                <a16:creationId xmlns:a16="http://schemas.microsoft.com/office/drawing/2014/main" id="{CB613068-D67B-6404-9ADC-6133DF26E12E}"/>
              </a:ext>
            </a:extLst>
          </p:cNvPr>
          <p:cNvSpPr/>
          <p:nvPr/>
        </p:nvSpPr>
        <p:spPr>
          <a:xfrm>
            <a:off x="4994847" y="3699684"/>
            <a:ext cx="1688458" cy="445636"/>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2DFFF15-CD0A-701B-5F0F-C15F1790B1AB}"/>
              </a:ext>
            </a:extLst>
          </p:cNvPr>
          <p:cNvSpPr txBox="1"/>
          <p:nvPr/>
        </p:nvSpPr>
        <p:spPr>
          <a:xfrm>
            <a:off x="5381258" y="3771546"/>
            <a:ext cx="915636" cy="292388"/>
          </a:xfrm>
          <a:prstGeom prst="rect">
            <a:avLst/>
          </a:prstGeom>
          <a:noFill/>
        </p:spPr>
        <p:txBody>
          <a:bodyPr wrap="none" rtlCol="0">
            <a:spAutoFit/>
          </a:bodyPr>
          <a:lstStyle/>
          <a:p>
            <a:pPr algn="ctr"/>
            <a:r>
              <a:rPr lang="en-US" sz="1300">
                <a:solidFill>
                  <a:schemeClr val="bg2"/>
                </a:solidFill>
                <a:latin typeface="Epilogue Medium" pitchFamily="2" charset="0"/>
              </a:rPr>
              <a:t>app.com</a:t>
            </a:r>
            <a:endParaRPr lang="en-US" sz="1300" dirty="0">
              <a:solidFill>
                <a:schemeClr val="bg2"/>
              </a:solidFill>
              <a:latin typeface="Epilogue Medium" pitchFamily="2" charset="0"/>
            </a:endParaRPr>
          </a:p>
        </p:txBody>
      </p:sp>
      <p:sp>
        <p:nvSpPr>
          <p:cNvPr id="25" name="Rectangle: Rounded Corners 24">
            <a:extLst>
              <a:ext uri="{FF2B5EF4-FFF2-40B4-BE49-F238E27FC236}">
                <a16:creationId xmlns:a16="http://schemas.microsoft.com/office/drawing/2014/main" id="{1B554FAF-D499-1943-FF45-4C09FFCBE040}"/>
              </a:ext>
            </a:extLst>
          </p:cNvPr>
          <p:cNvSpPr/>
          <p:nvPr/>
        </p:nvSpPr>
        <p:spPr>
          <a:xfrm>
            <a:off x="4994847" y="4243533"/>
            <a:ext cx="1688458" cy="445636"/>
          </a:xfrm>
          <a:prstGeom prst="roundRect">
            <a:avLst>
              <a:gd name="adj" fmla="val 50000"/>
            </a:avLst>
          </a:prstGeom>
          <a:solidFill>
            <a:schemeClr val="accent2"/>
          </a:solidFill>
          <a:ln>
            <a:no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82FAA6B-A007-262C-BB72-E7092F5FBB9F}"/>
              </a:ext>
            </a:extLst>
          </p:cNvPr>
          <p:cNvSpPr txBox="1"/>
          <p:nvPr/>
        </p:nvSpPr>
        <p:spPr>
          <a:xfrm>
            <a:off x="5244202" y="4315395"/>
            <a:ext cx="1189749" cy="292388"/>
          </a:xfrm>
          <a:prstGeom prst="rect">
            <a:avLst/>
          </a:prstGeom>
          <a:noFill/>
        </p:spPr>
        <p:txBody>
          <a:bodyPr wrap="none" rtlCol="0">
            <a:spAutoFit/>
          </a:bodyPr>
          <a:lstStyle/>
          <a:p>
            <a:pPr algn="ctr"/>
            <a:r>
              <a:rPr lang="en-US" sz="1300">
                <a:solidFill>
                  <a:schemeClr val="bg2"/>
                </a:solidFill>
                <a:latin typeface="Epilogue Medium" pitchFamily="2" charset="0"/>
              </a:rPr>
              <a:t>market.com</a:t>
            </a:r>
            <a:endParaRPr lang="en-US" sz="1300" dirty="0">
              <a:solidFill>
                <a:schemeClr val="bg2"/>
              </a:solidFill>
              <a:latin typeface="Epilogue Medium" pitchFamily="2" charset="0"/>
            </a:endParaRPr>
          </a:p>
        </p:txBody>
      </p:sp>
      <p:sp>
        <p:nvSpPr>
          <p:cNvPr id="35" name="Freeform: Shape 34">
            <a:extLst>
              <a:ext uri="{FF2B5EF4-FFF2-40B4-BE49-F238E27FC236}">
                <a16:creationId xmlns:a16="http://schemas.microsoft.com/office/drawing/2014/main" id="{C1FC0F9D-1B08-A1C1-551F-3AD6252954CE}"/>
              </a:ext>
            </a:extLst>
          </p:cNvPr>
          <p:cNvSpPr/>
          <p:nvPr/>
        </p:nvSpPr>
        <p:spPr>
          <a:xfrm>
            <a:off x="4876721" y="1287862"/>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53325A76-8190-C1B3-1189-C214C45E3A28}"/>
              </a:ext>
            </a:extLst>
          </p:cNvPr>
          <p:cNvSpPr/>
          <p:nvPr/>
        </p:nvSpPr>
        <p:spPr>
          <a:xfrm>
            <a:off x="4515509" y="1133200"/>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97862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99704F1B-91C5-07B8-5CDC-DE8B00967C7F}"/>
              </a:ext>
            </a:extLst>
          </p:cNvPr>
          <p:cNvSpPr/>
          <p:nvPr/>
        </p:nvSpPr>
        <p:spPr>
          <a:xfrm>
            <a:off x="8111411" y="0"/>
            <a:ext cx="4080589" cy="6858000"/>
          </a:xfrm>
          <a:custGeom>
            <a:avLst/>
            <a:gdLst>
              <a:gd name="connsiteX0" fmla="*/ 0 w 3145832"/>
              <a:gd name="connsiteY0" fmla="*/ 0 h 6858000"/>
              <a:gd name="connsiteX1" fmla="*/ 3145832 w 3145832"/>
              <a:gd name="connsiteY1" fmla="*/ 0 h 6858000"/>
              <a:gd name="connsiteX2" fmla="*/ 3145832 w 3145832"/>
              <a:gd name="connsiteY2" fmla="*/ 6858000 h 6858000"/>
              <a:gd name="connsiteX3" fmla="*/ 1837595 w 314583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5832" h="6858000">
                <a:moveTo>
                  <a:pt x="0" y="0"/>
                </a:moveTo>
                <a:lnTo>
                  <a:pt x="3145832" y="0"/>
                </a:lnTo>
                <a:lnTo>
                  <a:pt x="3145832" y="6858000"/>
                </a:lnTo>
                <a:lnTo>
                  <a:pt x="1837595"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Graphic 21">
            <a:extLst>
              <a:ext uri="{FF2B5EF4-FFF2-40B4-BE49-F238E27FC236}">
                <a16:creationId xmlns:a16="http://schemas.microsoft.com/office/drawing/2014/main" id="{E37093E3-0787-C40E-F1D2-9BB3EFF09436}"/>
              </a:ext>
            </a:extLst>
          </p:cNvPr>
          <p:cNvSpPr/>
          <p:nvPr/>
        </p:nvSpPr>
        <p:spPr>
          <a:xfrm rot="10800000">
            <a:off x="1133806" y="1159015"/>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2" name="Graphic 24">
            <a:extLst>
              <a:ext uri="{FF2B5EF4-FFF2-40B4-BE49-F238E27FC236}">
                <a16:creationId xmlns:a16="http://schemas.microsoft.com/office/drawing/2014/main" id="{F4D2F59C-775B-E86C-D67E-1D7385CDF8F6}"/>
              </a:ext>
            </a:extLst>
          </p:cNvPr>
          <p:cNvSpPr/>
          <p:nvPr/>
        </p:nvSpPr>
        <p:spPr>
          <a:xfrm>
            <a:off x="5815318" y="259102"/>
            <a:ext cx="2847490" cy="2847490"/>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798" y="2476874"/>
            <a:ext cx="2449710" cy="292388"/>
          </a:xfrm>
          <a:prstGeom prst="rect">
            <a:avLst/>
          </a:prstGeom>
          <a:noFill/>
        </p:spPr>
        <p:txBody>
          <a:bodyPr wrap="none" rtlCol="0">
            <a:spAutoFit/>
          </a:bodyPr>
          <a:lstStyle/>
          <a:p>
            <a:r>
              <a:rPr lang="en-US" sz="1300">
                <a:solidFill>
                  <a:schemeClr val="tx2"/>
                </a:solidFill>
                <a:latin typeface="Epilogue" pitchFamily="2" charset="0"/>
              </a:rPr>
              <a:t>Compatible With All Devices</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799" y="1276545"/>
            <a:ext cx="3568363"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Platform For Your Business</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1066800" y="3346645"/>
            <a:ext cx="2749654"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ducimus quas qui blanditiis praesentium</a:t>
            </a:r>
            <a:endParaRPr lang="en-US" sz="1300" b="0" dirty="0">
              <a:solidFill>
                <a:schemeClr val="tx2"/>
              </a:solidFill>
              <a:effectLst/>
              <a:latin typeface="Epilogue" pitchFamily="2" charset="0"/>
            </a:endParaRPr>
          </a:p>
        </p:txBody>
      </p:sp>
      <p:pic>
        <p:nvPicPr>
          <p:cNvPr id="7" name="Picture 6" descr="A picture containing monitor, sitting, computer, screen&#10;&#10;Description automatically generated">
            <a:extLst>
              <a:ext uri="{FF2B5EF4-FFF2-40B4-BE49-F238E27FC236}">
                <a16:creationId xmlns:a16="http://schemas.microsoft.com/office/drawing/2014/main" id="{8FE94D19-120E-3D03-AA08-6E45EDE251FA}"/>
              </a:ext>
            </a:extLst>
          </p:cNvPr>
          <p:cNvPicPr>
            <a:picLocks noChangeAspect="1"/>
          </p:cNvPicPr>
          <p:nvPr/>
        </p:nvPicPr>
        <p:blipFill rotWithShape="1">
          <a:blip r:embed="rId2">
            <a:extLst>
              <a:ext uri="{28A0092B-C50C-407E-A947-70E740481C1C}">
                <a14:useLocalDpi xmlns:a14="http://schemas.microsoft.com/office/drawing/2010/main" val="0"/>
              </a:ext>
            </a:extLst>
          </a:blip>
          <a:srcRect l="9615" t="1692" r="20037" b="1822"/>
          <a:stretch/>
        </p:blipFill>
        <p:spPr>
          <a:xfrm>
            <a:off x="7127507" y="689170"/>
            <a:ext cx="3997693" cy="5483030"/>
          </a:xfrm>
          <a:prstGeom prst="rect">
            <a:avLst/>
          </a:prstGeom>
        </p:spPr>
      </p:pic>
      <p:sp>
        <p:nvSpPr>
          <p:cNvPr id="17" name="Rectangle: Rounded Corners 16">
            <a:extLst>
              <a:ext uri="{FF2B5EF4-FFF2-40B4-BE49-F238E27FC236}">
                <a16:creationId xmlns:a16="http://schemas.microsoft.com/office/drawing/2014/main" id="{20CE62AA-4D06-5F94-E0C1-E7529B38ABC0}"/>
              </a:ext>
            </a:extLst>
          </p:cNvPr>
          <p:cNvSpPr/>
          <p:nvPr/>
        </p:nvSpPr>
        <p:spPr>
          <a:xfrm>
            <a:off x="1107749" y="4997312"/>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3D7AFE9-D45F-B1B7-D4CE-9969C9999F5F}"/>
              </a:ext>
            </a:extLst>
          </p:cNvPr>
          <p:cNvSpPr txBox="1"/>
          <p:nvPr/>
        </p:nvSpPr>
        <p:spPr>
          <a:xfrm>
            <a:off x="1327730" y="5175038"/>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5" name="Picture Placeholder 4">
            <a:extLst>
              <a:ext uri="{FF2B5EF4-FFF2-40B4-BE49-F238E27FC236}">
                <a16:creationId xmlns:a16="http://schemas.microsoft.com/office/drawing/2014/main" id="{D8E0A3AA-96D4-7CCC-C7D6-BFDBB09C33E8}"/>
              </a:ext>
            </a:extLst>
          </p:cNvPr>
          <p:cNvSpPr>
            <a:spLocks noGrp="1"/>
          </p:cNvSpPr>
          <p:nvPr>
            <p:ph type="pic" sz="quarter" idx="14"/>
          </p:nvPr>
        </p:nvSpPr>
        <p:spPr/>
      </p:sp>
      <p:sp>
        <p:nvSpPr>
          <p:cNvPr id="21" name="Rectangle: Rounded Corners 20">
            <a:extLst>
              <a:ext uri="{FF2B5EF4-FFF2-40B4-BE49-F238E27FC236}">
                <a16:creationId xmlns:a16="http://schemas.microsoft.com/office/drawing/2014/main" id="{8E96FC1A-4C60-5A00-4B2A-AE4B3372520C}"/>
              </a:ext>
            </a:extLst>
          </p:cNvPr>
          <p:cNvSpPr/>
          <p:nvPr/>
        </p:nvSpPr>
        <p:spPr>
          <a:xfrm>
            <a:off x="4172842" y="3429000"/>
            <a:ext cx="2190334" cy="2206626"/>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B6E80A1-468C-B412-9893-B199FFDB915A}"/>
              </a:ext>
            </a:extLst>
          </p:cNvPr>
          <p:cNvSpPr txBox="1"/>
          <p:nvPr/>
        </p:nvSpPr>
        <p:spPr>
          <a:xfrm>
            <a:off x="4373212" y="4168930"/>
            <a:ext cx="1245854" cy="292388"/>
          </a:xfrm>
          <a:prstGeom prst="rect">
            <a:avLst/>
          </a:prstGeom>
        </p:spPr>
        <p:txBody>
          <a:bodyPr wrap="none" rtlCol="0">
            <a:spAutoFit/>
          </a:bodyPr>
          <a:lstStyle/>
          <a:p>
            <a:r>
              <a:rPr lang="en-US" sz="1300" b="1">
                <a:solidFill>
                  <a:schemeClr val="tx2"/>
                </a:solidFill>
                <a:latin typeface="Epilogue" pitchFamily="2" charset="0"/>
              </a:rPr>
              <a:t>Feature One</a:t>
            </a:r>
            <a:endParaRPr lang="en-US" sz="1300" b="1" dirty="0">
              <a:solidFill>
                <a:schemeClr val="tx2"/>
              </a:solidFill>
              <a:latin typeface="Epilogue" pitchFamily="2" charset="0"/>
            </a:endParaRPr>
          </a:p>
        </p:txBody>
      </p:sp>
      <p:sp>
        <p:nvSpPr>
          <p:cNvPr id="24" name="TextBox 23">
            <a:extLst>
              <a:ext uri="{FF2B5EF4-FFF2-40B4-BE49-F238E27FC236}">
                <a16:creationId xmlns:a16="http://schemas.microsoft.com/office/drawing/2014/main" id="{0DBCF49A-3D0B-3A8B-2677-36FE050BD735}"/>
              </a:ext>
            </a:extLst>
          </p:cNvPr>
          <p:cNvSpPr txBox="1"/>
          <p:nvPr/>
        </p:nvSpPr>
        <p:spPr>
          <a:xfrm>
            <a:off x="4373212" y="4461318"/>
            <a:ext cx="1879799"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Excepturi sint occae provident, similique sunt in culpa officia</a:t>
            </a:r>
            <a:endParaRPr lang="en-US" sz="1300" b="0" dirty="0">
              <a:solidFill>
                <a:schemeClr val="tx2"/>
              </a:solidFill>
              <a:effectLst/>
              <a:latin typeface="Epilogue" pitchFamily="2" charset="0"/>
            </a:endParaRPr>
          </a:p>
        </p:txBody>
      </p:sp>
      <p:sp>
        <p:nvSpPr>
          <p:cNvPr id="25" name="Rectangle: Rounded Corners 24">
            <a:extLst>
              <a:ext uri="{FF2B5EF4-FFF2-40B4-BE49-F238E27FC236}">
                <a16:creationId xmlns:a16="http://schemas.microsoft.com/office/drawing/2014/main" id="{6894AAB0-20F6-9D74-69BF-3DE64DEFEB51}"/>
              </a:ext>
            </a:extLst>
          </p:cNvPr>
          <p:cNvSpPr/>
          <p:nvPr/>
        </p:nvSpPr>
        <p:spPr>
          <a:xfrm>
            <a:off x="6605716" y="3429000"/>
            <a:ext cx="2190334" cy="2206626"/>
          </a:xfrm>
          <a:prstGeom prst="roundRect">
            <a:avLst>
              <a:gd name="adj" fmla="val 1195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3436F47-1D22-9B4B-0005-450A1256E773}"/>
              </a:ext>
            </a:extLst>
          </p:cNvPr>
          <p:cNvSpPr txBox="1"/>
          <p:nvPr/>
        </p:nvSpPr>
        <p:spPr>
          <a:xfrm>
            <a:off x="6806086" y="4168930"/>
            <a:ext cx="1247457" cy="292388"/>
          </a:xfrm>
          <a:prstGeom prst="rect">
            <a:avLst/>
          </a:prstGeom>
        </p:spPr>
        <p:txBody>
          <a:bodyPr wrap="none" rtlCol="0">
            <a:spAutoFit/>
          </a:bodyPr>
          <a:lstStyle/>
          <a:p>
            <a:r>
              <a:rPr lang="en-US" sz="1300" b="1">
                <a:solidFill>
                  <a:schemeClr val="tx2"/>
                </a:solidFill>
                <a:latin typeface="Epilogue" pitchFamily="2" charset="0"/>
              </a:rPr>
              <a:t>Feature Two</a:t>
            </a:r>
            <a:endParaRPr lang="en-US" sz="1300" b="1" dirty="0">
              <a:solidFill>
                <a:schemeClr val="tx2"/>
              </a:solidFill>
              <a:latin typeface="Epilogue" pitchFamily="2" charset="0"/>
            </a:endParaRPr>
          </a:p>
        </p:txBody>
      </p:sp>
      <p:sp>
        <p:nvSpPr>
          <p:cNvPr id="27" name="TextBox 26">
            <a:extLst>
              <a:ext uri="{FF2B5EF4-FFF2-40B4-BE49-F238E27FC236}">
                <a16:creationId xmlns:a16="http://schemas.microsoft.com/office/drawing/2014/main" id="{5DA083BB-88C8-E64E-7A7F-948DEEDD5FB5}"/>
              </a:ext>
            </a:extLst>
          </p:cNvPr>
          <p:cNvSpPr txBox="1"/>
          <p:nvPr/>
        </p:nvSpPr>
        <p:spPr>
          <a:xfrm>
            <a:off x="6806086" y="4461318"/>
            <a:ext cx="1879799" cy="963405"/>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Cati cupiditate non provident, similique sunt in culpa officia</a:t>
            </a:r>
            <a:endParaRPr lang="en-US" sz="1300" b="0" dirty="0">
              <a:solidFill>
                <a:schemeClr val="tx2"/>
              </a:solidFill>
              <a:effectLst/>
              <a:latin typeface="Epilogue" pitchFamily="2" charset="0"/>
            </a:endParaRPr>
          </a:p>
        </p:txBody>
      </p:sp>
      <p:pic>
        <p:nvPicPr>
          <p:cNvPr id="28" name="Graphic 27">
            <a:extLst>
              <a:ext uri="{FF2B5EF4-FFF2-40B4-BE49-F238E27FC236}">
                <a16:creationId xmlns:a16="http://schemas.microsoft.com/office/drawing/2014/main" id="{5DA4BCCB-6431-3660-A250-CC66022F0E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25612" y="3640687"/>
            <a:ext cx="304800" cy="304800"/>
          </a:xfrm>
          <a:prstGeom prst="rect">
            <a:avLst/>
          </a:prstGeom>
        </p:spPr>
      </p:pic>
      <p:pic>
        <p:nvPicPr>
          <p:cNvPr id="29" name="Graphic 28">
            <a:extLst>
              <a:ext uri="{FF2B5EF4-FFF2-40B4-BE49-F238E27FC236}">
                <a16:creationId xmlns:a16="http://schemas.microsoft.com/office/drawing/2014/main" id="{CA1B4812-3E88-3518-29D2-28CE3895AF1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3672" y="3647260"/>
            <a:ext cx="304800" cy="304800"/>
          </a:xfrm>
          <a:prstGeom prst="rect">
            <a:avLst/>
          </a:prstGeom>
        </p:spPr>
      </p:pic>
      <p:sp>
        <p:nvSpPr>
          <p:cNvPr id="33" name="Freeform: Shape 32">
            <a:extLst>
              <a:ext uri="{FF2B5EF4-FFF2-40B4-BE49-F238E27FC236}">
                <a16:creationId xmlns:a16="http://schemas.microsoft.com/office/drawing/2014/main" id="{FA0D0276-5CB8-F54D-B753-A16FD4FA3B14}"/>
              </a:ext>
            </a:extLst>
          </p:cNvPr>
          <p:cNvSpPr/>
          <p:nvPr/>
        </p:nvSpPr>
        <p:spPr>
          <a:xfrm>
            <a:off x="509464" y="3050292"/>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62CD3BA6-53DB-6793-6F48-4D7949357F5F}"/>
              </a:ext>
            </a:extLst>
          </p:cNvPr>
          <p:cNvSpPr/>
          <p:nvPr/>
        </p:nvSpPr>
        <p:spPr>
          <a:xfrm>
            <a:off x="349200" y="2803445"/>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Graphic 15">
            <a:extLst>
              <a:ext uri="{FF2B5EF4-FFF2-40B4-BE49-F238E27FC236}">
                <a16:creationId xmlns:a16="http://schemas.microsoft.com/office/drawing/2014/main" id="{514FA4F8-E6ED-D8D6-C9A0-5D723BDD6D62}"/>
              </a:ext>
            </a:extLst>
          </p:cNvPr>
          <p:cNvSpPr/>
          <p:nvPr/>
        </p:nvSpPr>
        <p:spPr>
          <a:xfrm>
            <a:off x="10245356" y="4837310"/>
            <a:ext cx="1677790" cy="1677790"/>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879256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Graphic 21">
            <a:extLst>
              <a:ext uri="{FF2B5EF4-FFF2-40B4-BE49-F238E27FC236}">
                <a16:creationId xmlns:a16="http://schemas.microsoft.com/office/drawing/2014/main" id="{AB97DA3E-F7AD-2834-4F6F-97484A964D09}"/>
              </a:ext>
            </a:extLst>
          </p:cNvPr>
          <p:cNvSpPr/>
          <p:nvPr/>
        </p:nvSpPr>
        <p:spPr>
          <a:xfrm rot="10800000">
            <a:off x="2688064" y="575696"/>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8" name="Graphic 15">
            <a:extLst>
              <a:ext uri="{FF2B5EF4-FFF2-40B4-BE49-F238E27FC236}">
                <a16:creationId xmlns:a16="http://schemas.microsoft.com/office/drawing/2014/main" id="{72E6ACEA-0BA7-A87F-BD7D-883235141BC8}"/>
              </a:ext>
            </a:extLst>
          </p:cNvPr>
          <p:cNvSpPr/>
          <p:nvPr/>
        </p:nvSpPr>
        <p:spPr>
          <a:xfrm>
            <a:off x="5719116" y="135236"/>
            <a:ext cx="4268072" cy="4268072"/>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3D334E29-0D0D-2713-6DED-D8C49507EA79}"/>
              </a:ext>
            </a:extLst>
          </p:cNvPr>
          <p:cNvSpPr txBox="1"/>
          <p:nvPr/>
        </p:nvSpPr>
        <p:spPr>
          <a:xfrm>
            <a:off x="984282" y="1652751"/>
            <a:ext cx="10140918" cy="2215991"/>
          </a:xfrm>
          <a:prstGeom prst="rect">
            <a:avLst/>
          </a:prstGeom>
          <a:noFill/>
        </p:spPr>
        <p:txBody>
          <a:bodyPr wrap="none" rtlCol="0">
            <a:spAutoFit/>
          </a:bodyPr>
          <a:lstStyle/>
          <a:p>
            <a:r>
              <a:rPr lang="en-US" sz="13800" b="1" spc="600">
                <a:ln w="12700">
                  <a:solidFill>
                    <a:schemeClr val="tx2">
                      <a:alpha val="15000"/>
                    </a:schemeClr>
                  </a:solidFill>
                </a:ln>
                <a:noFill/>
                <a:latin typeface="Epilogue Black" pitchFamily="2" charset="0"/>
              </a:rPr>
              <a:t>FEEDBACK</a:t>
            </a:r>
          </a:p>
        </p:txBody>
      </p:sp>
      <p:sp>
        <p:nvSpPr>
          <p:cNvPr id="2" name="TextBox 1">
            <a:extLst>
              <a:ext uri="{FF2B5EF4-FFF2-40B4-BE49-F238E27FC236}">
                <a16:creationId xmlns:a16="http://schemas.microsoft.com/office/drawing/2014/main" id="{2C71715A-8270-2E41-1C74-6076C6B859B8}"/>
              </a:ext>
            </a:extLst>
          </p:cNvPr>
          <p:cNvSpPr txBox="1"/>
          <p:nvPr/>
        </p:nvSpPr>
        <p:spPr>
          <a:xfrm>
            <a:off x="1066800" y="622906"/>
            <a:ext cx="3272050" cy="830997"/>
          </a:xfrm>
          <a:prstGeom prst="rect">
            <a:avLst/>
          </a:prstGeom>
          <a:noFill/>
        </p:spPr>
        <p:txBody>
          <a:bodyPr wrap="none" rtlCol="0">
            <a:spAutoFit/>
          </a:bodyPr>
          <a:lstStyle/>
          <a:p>
            <a:r>
              <a:rPr lang="en-US" sz="4800" b="1">
                <a:solidFill>
                  <a:schemeClr val="tx2"/>
                </a:solidFill>
                <a:latin typeface="Epilogue" pitchFamily="2" charset="0"/>
              </a:rPr>
              <a:t>Feedback</a:t>
            </a:r>
          </a:p>
        </p:txBody>
      </p:sp>
      <p:sp>
        <p:nvSpPr>
          <p:cNvPr id="3" name="TextBox 2">
            <a:extLst>
              <a:ext uri="{FF2B5EF4-FFF2-40B4-BE49-F238E27FC236}">
                <a16:creationId xmlns:a16="http://schemas.microsoft.com/office/drawing/2014/main" id="{2A3DCD32-63B4-4935-B24B-D00668496A4D}"/>
              </a:ext>
            </a:extLst>
          </p:cNvPr>
          <p:cNvSpPr txBox="1"/>
          <p:nvPr/>
        </p:nvSpPr>
        <p:spPr>
          <a:xfrm>
            <a:off x="1066800" y="1453903"/>
            <a:ext cx="1776448" cy="292388"/>
          </a:xfrm>
          <a:prstGeom prst="rect">
            <a:avLst/>
          </a:prstGeom>
          <a:noFill/>
        </p:spPr>
        <p:txBody>
          <a:bodyPr wrap="none" rtlCol="0">
            <a:spAutoFit/>
          </a:bodyPr>
          <a:lstStyle/>
          <a:p>
            <a:r>
              <a:rPr lang="en-US" sz="1300">
                <a:solidFill>
                  <a:schemeClr val="tx2"/>
                </a:solidFill>
                <a:latin typeface="Epilogue" pitchFamily="2" charset="0"/>
              </a:rPr>
              <a:t>What Our Client Say</a:t>
            </a:r>
          </a:p>
        </p:txBody>
      </p:sp>
      <p:sp>
        <p:nvSpPr>
          <p:cNvPr id="4" name="Rectangle: Top Corners Rounded 3">
            <a:extLst>
              <a:ext uri="{FF2B5EF4-FFF2-40B4-BE49-F238E27FC236}">
                <a16:creationId xmlns:a16="http://schemas.microsoft.com/office/drawing/2014/main" id="{755DD1EE-4880-9FFB-D86C-BDB667DDDC79}"/>
              </a:ext>
            </a:extLst>
          </p:cNvPr>
          <p:cNvSpPr/>
          <p:nvPr/>
        </p:nvSpPr>
        <p:spPr>
          <a:xfrm>
            <a:off x="0" y="4357836"/>
            <a:ext cx="12192000" cy="2500163"/>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2634CED7-8479-8DB4-70DC-BF183E67D5C5}"/>
              </a:ext>
            </a:extLst>
          </p:cNvPr>
          <p:cNvSpPr>
            <a:spLocks noGrp="1"/>
          </p:cNvSpPr>
          <p:nvPr>
            <p:ph type="pic" sz="quarter" idx="14"/>
          </p:nvPr>
        </p:nvSpPr>
        <p:spPr/>
      </p:sp>
      <p:sp>
        <p:nvSpPr>
          <p:cNvPr id="9" name="Picture Placeholder 8">
            <a:extLst>
              <a:ext uri="{FF2B5EF4-FFF2-40B4-BE49-F238E27FC236}">
                <a16:creationId xmlns:a16="http://schemas.microsoft.com/office/drawing/2014/main" id="{F5EA0365-BFC7-B08F-6115-E7A9F18C1330}"/>
              </a:ext>
            </a:extLst>
          </p:cNvPr>
          <p:cNvSpPr>
            <a:spLocks noGrp="1"/>
          </p:cNvSpPr>
          <p:nvPr>
            <p:ph type="pic" sz="quarter" idx="15"/>
          </p:nvPr>
        </p:nvSpPr>
        <p:spPr/>
      </p:sp>
      <p:sp>
        <p:nvSpPr>
          <p:cNvPr id="11" name="Picture Placeholder 10">
            <a:extLst>
              <a:ext uri="{FF2B5EF4-FFF2-40B4-BE49-F238E27FC236}">
                <a16:creationId xmlns:a16="http://schemas.microsoft.com/office/drawing/2014/main" id="{357B82CD-EC33-1C81-8D90-941500EF1EA9}"/>
              </a:ext>
            </a:extLst>
          </p:cNvPr>
          <p:cNvSpPr>
            <a:spLocks noGrp="1"/>
          </p:cNvSpPr>
          <p:nvPr>
            <p:ph type="pic" sz="quarter" idx="16"/>
          </p:nvPr>
        </p:nvSpPr>
        <p:spPr/>
      </p:sp>
      <p:sp>
        <p:nvSpPr>
          <p:cNvPr id="19" name="Graphic 24">
            <a:extLst>
              <a:ext uri="{FF2B5EF4-FFF2-40B4-BE49-F238E27FC236}">
                <a16:creationId xmlns:a16="http://schemas.microsoft.com/office/drawing/2014/main" id="{0D16C1D7-2194-03C4-065A-BE0A32284136}"/>
              </a:ext>
            </a:extLst>
          </p:cNvPr>
          <p:cNvSpPr/>
          <p:nvPr/>
        </p:nvSpPr>
        <p:spPr>
          <a:xfrm>
            <a:off x="2222633" y="4835693"/>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924FABE6-0C28-12DF-9C20-0DA22E506416}"/>
              </a:ext>
            </a:extLst>
          </p:cNvPr>
          <p:cNvSpPr/>
          <p:nvPr/>
        </p:nvSpPr>
        <p:spPr>
          <a:xfrm>
            <a:off x="830935" y="2582880"/>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BAC26E24-DE6B-F32D-4945-B6B6F938FD2E}"/>
              </a:ext>
            </a:extLst>
          </p:cNvPr>
          <p:cNvSpPr/>
          <p:nvPr/>
        </p:nvSpPr>
        <p:spPr>
          <a:xfrm>
            <a:off x="469723" y="2428218"/>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77961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9" name="Graphic 21">
            <a:extLst>
              <a:ext uri="{FF2B5EF4-FFF2-40B4-BE49-F238E27FC236}">
                <a16:creationId xmlns:a16="http://schemas.microsoft.com/office/drawing/2014/main" id="{0784A07C-2ECF-86DE-DE59-B2F765D65D75}"/>
              </a:ext>
            </a:extLst>
          </p:cNvPr>
          <p:cNvSpPr/>
          <p:nvPr/>
        </p:nvSpPr>
        <p:spPr>
          <a:xfrm rot="10800000">
            <a:off x="2964961" y="919787"/>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7" name="Graphic 15">
            <a:extLst>
              <a:ext uri="{FF2B5EF4-FFF2-40B4-BE49-F238E27FC236}">
                <a16:creationId xmlns:a16="http://schemas.microsoft.com/office/drawing/2014/main" id="{4884F90C-4998-9180-3182-18D3D4E2A636}"/>
              </a:ext>
            </a:extLst>
          </p:cNvPr>
          <p:cNvSpPr/>
          <p:nvPr/>
        </p:nvSpPr>
        <p:spPr>
          <a:xfrm>
            <a:off x="8095215" y="81676"/>
            <a:ext cx="3897302" cy="3897302"/>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7" name="Picture Placeholder 6">
            <a:extLst>
              <a:ext uri="{FF2B5EF4-FFF2-40B4-BE49-F238E27FC236}">
                <a16:creationId xmlns:a16="http://schemas.microsoft.com/office/drawing/2014/main" id="{49BCE8D8-8EBC-C676-82CB-6CE2CB628D02}"/>
              </a:ext>
            </a:extLst>
          </p:cNvPr>
          <p:cNvSpPr>
            <a:spLocks noGrp="1"/>
          </p:cNvSpPr>
          <p:nvPr>
            <p:ph type="pic" sz="quarter" idx="15"/>
          </p:nvPr>
        </p:nvSpPr>
        <p:spPr/>
      </p:sp>
      <p:pic>
        <p:nvPicPr>
          <p:cNvPr id="36" name="Picture 35">
            <a:extLst>
              <a:ext uri="{FF2B5EF4-FFF2-40B4-BE49-F238E27FC236}">
                <a16:creationId xmlns:a16="http://schemas.microsoft.com/office/drawing/2014/main" id="{34704CF9-AD0B-A1A1-0A21-9DA1957ACF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6584"/>
          <a:stretch>
            <a:fillRect/>
          </a:stretch>
        </p:blipFill>
        <p:spPr bwMode="auto">
          <a:xfrm>
            <a:off x="5621947" y="685800"/>
            <a:ext cx="3668835" cy="6172200"/>
          </a:xfrm>
          <a:custGeom>
            <a:avLst/>
            <a:gdLst>
              <a:gd name="connsiteX0" fmla="*/ 0 w 3668835"/>
              <a:gd name="connsiteY0" fmla="*/ 0 h 6172200"/>
              <a:gd name="connsiteX1" fmla="*/ 3668835 w 3668835"/>
              <a:gd name="connsiteY1" fmla="*/ 0 h 6172200"/>
              <a:gd name="connsiteX2" fmla="*/ 3668835 w 3668835"/>
              <a:gd name="connsiteY2" fmla="*/ 6172200 h 6172200"/>
              <a:gd name="connsiteX3" fmla="*/ 3448913 w 3668835"/>
              <a:gd name="connsiteY3" fmla="*/ 6172200 h 6172200"/>
              <a:gd name="connsiteX4" fmla="*/ 3448913 w 3668835"/>
              <a:gd name="connsiteY4" fmla="*/ 542678 h 6172200"/>
              <a:gd name="connsiteX5" fmla="*/ 3448913 w 3668835"/>
              <a:gd name="connsiteY5" fmla="*/ 541302 h 6172200"/>
              <a:gd name="connsiteX6" fmla="*/ 3130195 w 3668835"/>
              <a:gd name="connsiteY6" fmla="*/ 225333 h 6172200"/>
              <a:gd name="connsiteX7" fmla="*/ 2783331 w 3668835"/>
              <a:gd name="connsiteY7" fmla="*/ 225333 h 6172200"/>
              <a:gd name="connsiteX8" fmla="*/ 2714678 w 3668835"/>
              <a:gd name="connsiteY8" fmla="*/ 293985 h 6172200"/>
              <a:gd name="connsiteX9" fmla="*/ 2533264 w 3668835"/>
              <a:gd name="connsiteY9" fmla="*/ 475400 h 6172200"/>
              <a:gd name="connsiteX10" fmla="*/ 1145809 w 3668835"/>
              <a:gd name="connsiteY10" fmla="*/ 475400 h 6172200"/>
              <a:gd name="connsiteX11" fmla="*/ 964395 w 3668835"/>
              <a:gd name="connsiteY11" fmla="*/ 293985 h 6172200"/>
              <a:gd name="connsiteX12" fmla="*/ 895744 w 3668835"/>
              <a:gd name="connsiteY12" fmla="*/ 225333 h 6172200"/>
              <a:gd name="connsiteX13" fmla="*/ 548534 w 3668835"/>
              <a:gd name="connsiteY13" fmla="*/ 225333 h 6172200"/>
              <a:gd name="connsiteX14" fmla="*/ 231192 w 3668835"/>
              <a:gd name="connsiteY14" fmla="*/ 542678 h 6172200"/>
              <a:gd name="connsiteX15" fmla="*/ 231192 w 3668835"/>
              <a:gd name="connsiteY15" fmla="*/ 6172200 h 6172200"/>
              <a:gd name="connsiteX16" fmla="*/ 0 w 3668835"/>
              <a:gd name="connsiteY16" fmla="*/ 617220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68835" h="6172200">
                <a:moveTo>
                  <a:pt x="0" y="0"/>
                </a:moveTo>
                <a:lnTo>
                  <a:pt x="3668835" y="0"/>
                </a:lnTo>
                <a:lnTo>
                  <a:pt x="3668835" y="6172200"/>
                </a:lnTo>
                <a:lnTo>
                  <a:pt x="3448913" y="6172200"/>
                </a:lnTo>
                <a:lnTo>
                  <a:pt x="3448913" y="542678"/>
                </a:lnTo>
                <a:cubicBezTo>
                  <a:pt x="3448913" y="542219"/>
                  <a:pt x="3448913" y="541761"/>
                  <a:pt x="3448913" y="541302"/>
                </a:cubicBezTo>
                <a:cubicBezTo>
                  <a:pt x="3448227" y="366039"/>
                  <a:pt x="3305428" y="224575"/>
                  <a:pt x="3130195" y="225333"/>
                </a:cubicBezTo>
                <a:lnTo>
                  <a:pt x="2783331" y="225333"/>
                </a:lnTo>
                <a:cubicBezTo>
                  <a:pt x="2745401" y="225333"/>
                  <a:pt x="2714678" y="256071"/>
                  <a:pt x="2714678" y="293985"/>
                </a:cubicBezTo>
                <a:cubicBezTo>
                  <a:pt x="2714678" y="394179"/>
                  <a:pt x="2633498" y="475400"/>
                  <a:pt x="2533264" y="475400"/>
                </a:cubicBezTo>
                <a:lnTo>
                  <a:pt x="1145809" y="475400"/>
                </a:lnTo>
                <a:cubicBezTo>
                  <a:pt x="1045575" y="475400"/>
                  <a:pt x="964395" y="394179"/>
                  <a:pt x="964395" y="293985"/>
                </a:cubicBezTo>
                <a:cubicBezTo>
                  <a:pt x="964395" y="256071"/>
                  <a:pt x="933674" y="225333"/>
                  <a:pt x="895744" y="225333"/>
                </a:cubicBezTo>
                <a:lnTo>
                  <a:pt x="548534" y="225333"/>
                </a:lnTo>
                <a:cubicBezTo>
                  <a:pt x="373303" y="225333"/>
                  <a:pt x="231192" y="367413"/>
                  <a:pt x="231192" y="542678"/>
                </a:cubicBezTo>
                <a:lnTo>
                  <a:pt x="231192" y="6172200"/>
                </a:lnTo>
                <a:lnTo>
                  <a:pt x="0" y="6172200"/>
                </a:lnTo>
                <a:close/>
              </a:path>
            </a:pathLst>
          </a:custGeom>
          <a:noFill/>
          <a:ln w="25400">
            <a:noFill/>
          </a:ln>
          <a:effectLst/>
        </p:spPr>
      </p:pic>
      <p:sp>
        <p:nvSpPr>
          <p:cNvPr id="5" name="Picture Placeholder 4">
            <a:extLst>
              <a:ext uri="{FF2B5EF4-FFF2-40B4-BE49-F238E27FC236}">
                <a16:creationId xmlns:a16="http://schemas.microsoft.com/office/drawing/2014/main" id="{807E06E5-636F-CEE4-8AB9-EB7BEC6E38F0}"/>
              </a:ext>
            </a:extLst>
          </p:cNvPr>
          <p:cNvSpPr>
            <a:spLocks noGrp="1"/>
          </p:cNvSpPr>
          <p:nvPr>
            <p:ph type="pic" sz="quarter" idx="14"/>
          </p:nvPr>
        </p:nvSpPr>
        <p:spPr/>
      </p:sp>
      <p:pic>
        <p:nvPicPr>
          <p:cNvPr id="40" name="Picture 39">
            <a:extLst>
              <a:ext uri="{FF2B5EF4-FFF2-40B4-BE49-F238E27FC236}">
                <a16:creationId xmlns:a16="http://schemas.microsoft.com/office/drawing/2014/main" id="{BF695420-7E63-5ED9-CC02-77452869F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2972"/>
          <a:stretch>
            <a:fillRect/>
          </a:stretch>
        </p:blipFill>
        <p:spPr bwMode="auto">
          <a:xfrm>
            <a:off x="7456365" y="1898350"/>
            <a:ext cx="3668835" cy="4959651"/>
          </a:xfrm>
          <a:custGeom>
            <a:avLst/>
            <a:gdLst>
              <a:gd name="connsiteX0" fmla="*/ 0 w 3668835"/>
              <a:gd name="connsiteY0" fmla="*/ 0 h 4959651"/>
              <a:gd name="connsiteX1" fmla="*/ 3668835 w 3668835"/>
              <a:gd name="connsiteY1" fmla="*/ 0 h 4959651"/>
              <a:gd name="connsiteX2" fmla="*/ 3668835 w 3668835"/>
              <a:gd name="connsiteY2" fmla="*/ 4959651 h 4959651"/>
              <a:gd name="connsiteX3" fmla="*/ 3448913 w 3668835"/>
              <a:gd name="connsiteY3" fmla="*/ 4959651 h 4959651"/>
              <a:gd name="connsiteX4" fmla="*/ 3448913 w 3668835"/>
              <a:gd name="connsiteY4" fmla="*/ 542678 h 4959651"/>
              <a:gd name="connsiteX5" fmla="*/ 3448913 w 3668835"/>
              <a:gd name="connsiteY5" fmla="*/ 541302 h 4959651"/>
              <a:gd name="connsiteX6" fmla="*/ 3130195 w 3668835"/>
              <a:gd name="connsiteY6" fmla="*/ 225333 h 4959651"/>
              <a:gd name="connsiteX7" fmla="*/ 2783331 w 3668835"/>
              <a:gd name="connsiteY7" fmla="*/ 225333 h 4959651"/>
              <a:gd name="connsiteX8" fmla="*/ 2714678 w 3668835"/>
              <a:gd name="connsiteY8" fmla="*/ 293985 h 4959651"/>
              <a:gd name="connsiteX9" fmla="*/ 2533263 w 3668835"/>
              <a:gd name="connsiteY9" fmla="*/ 475400 h 4959651"/>
              <a:gd name="connsiteX10" fmla="*/ 1145809 w 3668835"/>
              <a:gd name="connsiteY10" fmla="*/ 475400 h 4959651"/>
              <a:gd name="connsiteX11" fmla="*/ 964395 w 3668835"/>
              <a:gd name="connsiteY11" fmla="*/ 293985 h 4959651"/>
              <a:gd name="connsiteX12" fmla="*/ 895744 w 3668835"/>
              <a:gd name="connsiteY12" fmla="*/ 225333 h 4959651"/>
              <a:gd name="connsiteX13" fmla="*/ 548534 w 3668835"/>
              <a:gd name="connsiteY13" fmla="*/ 225333 h 4959651"/>
              <a:gd name="connsiteX14" fmla="*/ 231192 w 3668835"/>
              <a:gd name="connsiteY14" fmla="*/ 542678 h 4959651"/>
              <a:gd name="connsiteX15" fmla="*/ 231192 w 3668835"/>
              <a:gd name="connsiteY15" fmla="*/ 4959651 h 4959651"/>
              <a:gd name="connsiteX16" fmla="*/ 0 w 3668835"/>
              <a:gd name="connsiteY16" fmla="*/ 4959651 h 4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68835" h="4959651">
                <a:moveTo>
                  <a:pt x="0" y="0"/>
                </a:moveTo>
                <a:lnTo>
                  <a:pt x="3668835" y="0"/>
                </a:lnTo>
                <a:lnTo>
                  <a:pt x="3668835" y="4959651"/>
                </a:lnTo>
                <a:lnTo>
                  <a:pt x="3448913" y="4959651"/>
                </a:lnTo>
                <a:lnTo>
                  <a:pt x="3448913" y="542678"/>
                </a:lnTo>
                <a:cubicBezTo>
                  <a:pt x="3448913" y="542220"/>
                  <a:pt x="3448913" y="541761"/>
                  <a:pt x="3448913" y="541302"/>
                </a:cubicBezTo>
                <a:cubicBezTo>
                  <a:pt x="3448227" y="366039"/>
                  <a:pt x="3305428" y="224575"/>
                  <a:pt x="3130195" y="225333"/>
                </a:cubicBezTo>
                <a:lnTo>
                  <a:pt x="2783331" y="225333"/>
                </a:lnTo>
                <a:cubicBezTo>
                  <a:pt x="2745401" y="225333"/>
                  <a:pt x="2714678" y="256072"/>
                  <a:pt x="2714678" y="293985"/>
                </a:cubicBezTo>
                <a:cubicBezTo>
                  <a:pt x="2714678" y="394179"/>
                  <a:pt x="2633498" y="475400"/>
                  <a:pt x="2533263" y="475400"/>
                </a:cubicBezTo>
                <a:lnTo>
                  <a:pt x="1145809" y="475400"/>
                </a:lnTo>
                <a:cubicBezTo>
                  <a:pt x="1045575" y="475400"/>
                  <a:pt x="964395" y="394179"/>
                  <a:pt x="964395" y="293985"/>
                </a:cubicBezTo>
                <a:cubicBezTo>
                  <a:pt x="964395" y="256072"/>
                  <a:pt x="933673" y="225333"/>
                  <a:pt x="895744" y="225333"/>
                </a:cubicBezTo>
                <a:lnTo>
                  <a:pt x="548534" y="225333"/>
                </a:lnTo>
                <a:cubicBezTo>
                  <a:pt x="373303" y="225333"/>
                  <a:pt x="231192" y="367413"/>
                  <a:pt x="231192" y="542678"/>
                </a:cubicBezTo>
                <a:lnTo>
                  <a:pt x="231192" y="4959651"/>
                </a:lnTo>
                <a:lnTo>
                  <a:pt x="0" y="4959651"/>
                </a:lnTo>
                <a:close/>
              </a:path>
            </a:pathLst>
          </a:custGeom>
          <a:noFill/>
          <a:ln w="25400">
            <a:noFill/>
          </a:ln>
          <a:effectLst/>
        </p:spPr>
      </p:pic>
      <p:sp>
        <p:nvSpPr>
          <p:cNvPr id="2" name="TextBox 1">
            <a:extLst>
              <a:ext uri="{FF2B5EF4-FFF2-40B4-BE49-F238E27FC236}">
                <a16:creationId xmlns:a16="http://schemas.microsoft.com/office/drawing/2014/main" id="{B47A6F81-193B-49D8-937A-16B975924CF6}"/>
              </a:ext>
            </a:extLst>
          </p:cNvPr>
          <p:cNvSpPr txBox="1"/>
          <p:nvPr/>
        </p:nvSpPr>
        <p:spPr>
          <a:xfrm>
            <a:off x="1066800" y="685800"/>
            <a:ext cx="1776448" cy="292388"/>
          </a:xfrm>
          <a:prstGeom prst="rect">
            <a:avLst/>
          </a:prstGeom>
          <a:noFill/>
        </p:spPr>
        <p:txBody>
          <a:bodyPr wrap="none" rtlCol="0">
            <a:spAutoFit/>
          </a:bodyPr>
          <a:lstStyle/>
          <a:p>
            <a:r>
              <a:rPr lang="en-US" sz="1300">
                <a:solidFill>
                  <a:schemeClr val="tx2"/>
                </a:solidFill>
                <a:latin typeface="Epilogue" pitchFamily="2" charset="0"/>
              </a:rPr>
              <a:t>What Our Client Say</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978188"/>
            <a:ext cx="3753025"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User Feedback</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1066800" y="2201902"/>
            <a:ext cx="3668835" cy="1263487"/>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simos ducimus qui blanditiis praesentium volup tatum deleniti atque corrupti quos dolores et quas molestias excepturi sint</a:t>
            </a:r>
            <a:endParaRPr lang="en-US" sz="1300" b="0" dirty="0">
              <a:solidFill>
                <a:schemeClr val="tx2"/>
              </a:solidFill>
              <a:effectLst/>
              <a:latin typeface="Epilogue" pitchFamily="2" charset="0"/>
            </a:endParaRPr>
          </a:p>
        </p:txBody>
      </p:sp>
      <p:sp>
        <p:nvSpPr>
          <p:cNvPr id="17" name="Rectangle: Rounded Corners 16">
            <a:extLst>
              <a:ext uri="{FF2B5EF4-FFF2-40B4-BE49-F238E27FC236}">
                <a16:creationId xmlns:a16="http://schemas.microsoft.com/office/drawing/2014/main" id="{9A8D5073-CB08-99A3-2840-F7468C5EA2F6}"/>
              </a:ext>
            </a:extLst>
          </p:cNvPr>
          <p:cNvSpPr/>
          <p:nvPr/>
        </p:nvSpPr>
        <p:spPr>
          <a:xfrm>
            <a:off x="1176833" y="4033248"/>
            <a:ext cx="3482974" cy="1748400"/>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87FDDFE-0C8D-A55E-89F9-D0149FC34EE1}"/>
              </a:ext>
            </a:extLst>
          </p:cNvPr>
          <p:cNvSpPr txBox="1"/>
          <p:nvPr/>
        </p:nvSpPr>
        <p:spPr>
          <a:xfrm>
            <a:off x="1385889" y="4248637"/>
            <a:ext cx="1276311" cy="292388"/>
          </a:xfrm>
          <a:prstGeom prst="rect">
            <a:avLst/>
          </a:prstGeom>
        </p:spPr>
        <p:txBody>
          <a:bodyPr wrap="none" rtlCol="0">
            <a:spAutoFit/>
          </a:bodyPr>
          <a:lstStyle/>
          <a:p>
            <a:r>
              <a:rPr lang="en-US" sz="1300" b="1">
                <a:solidFill>
                  <a:schemeClr val="tx2"/>
                </a:solidFill>
                <a:latin typeface="Epilogue" pitchFamily="2" charset="0"/>
              </a:rPr>
              <a:t>Jason Brown</a:t>
            </a:r>
            <a:endParaRPr lang="en-US" sz="1300" b="1" dirty="0">
              <a:solidFill>
                <a:schemeClr val="tx2"/>
              </a:solidFill>
              <a:latin typeface="Epilogue" pitchFamily="2" charset="0"/>
            </a:endParaRPr>
          </a:p>
        </p:txBody>
      </p:sp>
      <p:sp>
        <p:nvSpPr>
          <p:cNvPr id="20" name="TextBox 19">
            <a:extLst>
              <a:ext uri="{FF2B5EF4-FFF2-40B4-BE49-F238E27FC236}">
                <a16:creationId xmlns:a16="http://schemas.microsoft.com/office/drawing/2014/main" id="{4C0F5D9E-F790-8EC5-1186-E1DCA140A952}"/>
              </a:ext>
            </a:extLst>
          </p:cNvPr>
          <p:cNvSpPr txBox="1"/>
          <p:nvPr/>
        </p:nvSpPr>
        <p:spPr>
          <a:xfrm>
            <a:off x="1385889" y="4541024"/>
            <a:ext cx="3190501" cy="963405"/>
          </a:xfrm>
          <a:prstGeom prst="rect">
            <a:avLst/>
          </a:prstGeom>
        </p:spPr>
        <p:txBody>
          <a:bodyPr wrap="square" rtlCol="0">
            <a:spAutoFit/>
          </a:bodyPr>
          <a:lstStyle/>
          <a:p>
            <a:pPr>
              <a:lnSpc>
                <a:spcPct val="150000"/>
              </a:lnSpc>
            </a:pPr>
            <a:r>
              <a:rPr lang="en-US" sz="1300">
                <a:solidFill>
                  <a:schemeClr val="tx2"/>
                </a:solidFill>
                <a:latin typeface="Epilogue" pitchFamily="2" charset="0"/>
              </a:rPr>
              <a:t>Excepturi sint occaecati cupiditate non provident, similique sunt in fuga culpa qui officia deserunt mollitia</a:t>
            </a:r>
            <a:endParaRPr lang="en-US" sz="1300" dirty="0">
              <a:solidFill>
                <a:schemeClr val="tx2"/>
              </a:solidFill>
              <a:latin typeface="Epilogue" pitchFamily="2" charset="0"/>
            </a:endParaRPr>
          </a:p>
        </p:txBody>
      </p:sp>
      <p:sp>
        <p:nvSpPr>
          <p:cNvPr id="21" name="Rectangle: Rounded Corners 20">
            <a:extLst>
              <a:ext uri="{FF2B5EF4-FFF2-40B4-BE49-F238E27FC236}">
                <a16:creationId xmlns:a16="http://schemas.microsoft.com/office/drawing/2014/main" id="{194A9CC4-09DE-7D22-986F-7620CDBC938F}"/>
              </a:ext>
            </a:extLst>
          </p:cNvPr>
          <p:cNvSpPr/>
          <p:nvPr/>
        </p:nvSpPr>
        <p:spPr>
          <a:xfrm>
            <a:off x="4868863" y="4033248"/>
            <a:ext cx="3482974" cy="1748400"/>
          </a:xfrm>
          <a:prstGeom prst="roundRect">
            <a:avLst>
              <a:gd name="adj" fmla="val 1195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475E825-C834-85A9-F0BD-8B2599FC3741}"/>
              </a:ext>
            </a:extLst>
          </p:cNvPr>
          <p:cNvSpPr txBox="1"/>
          <p:nvPr/>
        </p:nvSpPr>
        <p:spPr>
          <a:xfrm>
            <a:off x="5077919" y="4248637"/>
            <a:ext cx="1138453" cy="292388"/>
          </a:xfrm>
          <a:prstGeom prst="rect">
            <a:avLst/>
          </a:prstGeom>
        </p:spPr>
        <p:txBody>
          <a:bodyPr wrap="none" rtlCol="0">
            <a:spAutoFit/>
          </a:bodyPr>
          <a:lstStyle/>
          <a:p>
            <a:r>
              <a:rPr lang="en-US" sz="1300" b="1">
                <a:solidFill>
                  <a:schemeClr val="tx2"/>
                </a:solidFill>
                <a:latin typeface="Epilogue" pitchFamily="2" charset="0"/>
              </a:rPr>
              <a:t>John Smith</a:t>
            </a:r>
            <a:endParaRPr lang="en-US" sz="1300" b="1" dirty="0">
              <a:solidFill>
                <a:schemeClr val="tx2"/>
              </a:solidFill>
              <a:latin typeface="Epilogue" pitchFamily="2" charset="0"/>
            </a:endParaRPr>
          </a:p>
        </p:txBody>
      </p:sp>
      <p:sp>
        <p:nvSpPr>
          <p:cNvPr id="24" name="TextBox 23">
            <a:extLst>
              <a:ext uri="{FF2B5EF4-FFF2-40B4-BE49-F238E27FC236}">
                <a16:creationId xmlns:a16="http://schemas.microsoft.com/office/drawing/2014/main" id="{2127940E-AA8F-FA04-6850-EB3FF010AB58}"/>
              </a:ext>
            </a:extLst>
          </p:cNvPr>
          <p:cNvSpPr txBox="1"/>
          <p:nvPr/>
        </p:nvSpPr>
        <p:spPr>
          <a:xfrm>
            <a:off x="5077919" y="4541024"/>
            <a:ext cx="3190501" cy="963405"/>
          </a:xfrm>
          <a:prstGeom prst="rect">
            <a:avLst/>
          </a:prstGeom>
        </p:spPr>
        <p:txBody>
          <a:bodyPr wrap="square" rtlCol="0">
            <a:spAutoFit/>
          </a:bodyPr>
          <a:lstStyle/>
          <a:p>
            <a:pPr>
              <a:lnSpc>
                <a:spcPct val="150000"/>
              </a:lnSpc>
            </a:pPr>
            <a:r>
              <a:rPr lang="en-US" sz="1300">
                <a:solidFill>
                  <a:schemeClr val="tx2"/>
                </a:solidFill>
                <a:latin typeface="Epilogue" pitchFamily="2" charset="0"/>
              </a:rPr>
              <a:t>Excepturi sint occaecati cupiditate non provident, similique sunt in fuga culpa qui officia deserunt mollitia</a:t>
            </a:r>
            <a:endParaRPr lang="en-US" sz="1300" dirty="0">
              <a:solidFill>
                <a:schemeClr val="tx2"/>
              </a:solidFill>
              <a:latin typeface="Epilogue" pitchFamily="2" charset="0"/>
            </a:endParaRPr>
          </a:p>
        </p:txBody>
      </p:sp>
      <p:sp>
        <p:nvSpPr>
          <p:cNvPr id="48" name="Graphic 24">
            <a:extLst>
              <a:ext uri="{FF2B5EF4-FFF2-40B4-BE49-F238E27FC236}">
                <a16:creationId xmlns:a16="http://schemas.microsoft.com/office/drawing/2014/main" id="{A6F6045D-D30B-2864-01D6-3039EE329C27}"/>
              </a:ext>
            </a:extLst>
          </p:cNvPr>
          <p:cNvSpPr/>
          <p:nvPr/>
        </p:nvSpPr>
        <p:spPr>
          <a:xfrm>
            <a:off x="5172652" y="2366097"/>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50" name="Freeform: Shape 49">
            <a:extLst>
              <a:ext uri="{FF2B5EF4-FFF2-40B4-BE49-F238E27FC236}">
                <a16:creationId xmlns:a16="http://schemas.microsoft.com/office/drawing/2014/main" id="{6E70A245-D728-0803-78F9-C010A765BE85}"/>
              </a:ext>
            </a:extLst>
          </p:cNvPr>
          <p:cNvSpPr/>
          <p:nvPr/>
        </p:nvSpPr>
        <p:spPr>
          <a:xfrm>
            <a:off x="397475" y="3429000"/>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6E31ED8F-5A3F-24AB-BB55-71B965D0504F}"/>
              </a:ext>
            </a:extLst>
          </p:cNvPr>
          <p:cNvSpPr/>
          <p:nvPr/>
        </p:nvSpPr>
        <p:spPr>
          <a:xfrm>
            <a:off x="200446" y="3156066"/>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24750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 name="Graphic 21">
            <a:extLst>
              <a:ext uri="{FF2B5EF4-FFF2-40B4-BE49-F238E27FC236}">
                <a16:creationId xmlns:a16="http://schemas.microsoft.com/office/drawing/2014/main" id="{D099DFC0-F983-0C41-DD22-8BE87A483BAD}"/>
              </a:ext>
            </a:extLst>
          </p:cNvPr>
          <p:cNvSpPr/>
          <p:nvPr/>
        </p:nvSpPr>
        <p:spPr>
          <a:xfrm rot="10800000">
            <a:off x="1885809" y="1392391"/>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6" name="Graphic 15">
            <a:extLst>
              <a:ext uri="{FF2B5EF4-FFF2-40B4-BE49-F238E27FC236}">
                <a16:creationId xmlns:a16="http://schemas.microsoft.com/office/drawing/2014/main" id="{7618E7C0-4A1E-3435-D5D3-4A9A6C2D1524}"/>
              </a:ext>
            </a:extLst>
          </p:cNvPr>
          <p:cNvSpPr/>
          <p:nvPr/>
        </p:nvSpPr>
        <p:spPr>
          <a:xfrm>
            <a:off x="4408373" y="1569144"/>
            <a:ext cx="2121611" cy="2121611"/>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26" name="Rectangle: Top Corners Rounded 25">
            <a:extLst>
              <a:ext uri="{FF2B5EF4-FFF2-40B4-BE49-F238E27FC236}">
                <a16:creationId xmlns:a16="http://schemas.microsoft.com/office/drawing/2014/main" id="{9443401D-6B94-7150-C43F-11DC6D4EA9A0}"/>
              </a:ext>
            </a:extLst>
          </p:cNvPr>
          <p:cNvSpPr/>
          <p:nvPr/>
        </p:nvSpPr>
        <p:spPr>
          <a:xfrm rot="16200000">
            <a:off x="6788151" y="1454146"/>
            <a:ext cx="6858004" cy="3949702"/>
          </a:xfrm>
          <a:prstGeom prst="round2SameRect">
            <a:avLst>
              <a:gd name="adj1" fmla="val 12432"/>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Graphic 24">
            <a:extLst>
              <a:ext uri="{FF2B5EF4-FFF2-40B4-BE49-F238E27FC236}">
                <a16:creationId xmlns:a16="http://schemas.microsoft.com/office/drawing/2014/main" id="{FCDDB97D-C84C-CB0E-5694-DBDDFC98F28A}"/>
              </a:ext>
            </a:extLst>
          </p:cNvPr>
          <p:cNvSpPr/>
          <p:nvPr/>
        </p:nvSpPr>
        <p:spPr>
          <a:xfrm>
            <a:off x="9131195" y="291600"/>
            <a:ext cx="2479260" cy="2479260"/>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B47A6F81-193B-49D8-937A-16B975924CF6}"/>
              </a:ext>
            </a:extLst>
          </p:cNvPr>
          <p:cNvSpPr txBox="1"/>
          <p:nvPr/>
        </p:nvSpPr>
        <p:spPr>
          <a:xfrm>
            <a:off x="1066799" y="2219699"/>
            <a:ext cx="1776448" cy="292388"/>
          </a:xfrm>
          <a:prstGeom prst="rect">
            <a:avLst/>
          </a:prstGeom>
          <a:noFill/>
        </p:spPr>
        <p:txBody>
          <a:bodyPr wrap="none" rtlCol="0">
            <a:spAutoFit/>
          </a:bodyPr>
          <a:lstStyle/>
          <a:p>
            <a:r>
              <a:rPr lang="en-US" sz="1300">
                <a:solidFill>
                  <a:schemeClr val="tx2"/>
                </a:solidFill>
                <a:latin typeface="Epilogue" pitchFamily="2" charset="0"/>
              </a:rPr>
              <a:t>What Our Client Say</a:t>
            </a:r>
            <a:endParaRPr lang="en-US" sz="1300" dirty="0">
              <a:solidFill>
                <a:schemeClr val="tx2"/>
              </a:solidFill>
              <a:latin typeface="Epilogue" pitchFamily="2" charset="0"/>
            </a:endParaRPr>
          </a:p>
        </p:txBody>
      </p:sp>
      <p:sp>
        <p:nvSpPr>
          <p:cNvPr id="4" name="TextBox 3">
            <a:extLst>
              <a:ext uri="{FF2B5EF4-FFF2-40B4-BE49-F238E27FC236}">
                <a16:creationId xmlns:a16="http://schemas.microsoft.com/office/drawing/2014/main" id="{C4B0A9CD-9099-37A3-54AC-0574946FDD93}"/>
              </a:ext>
            </a:extLst>
          </p:cNvPr>
          <p:cNvSpPr txBox="1"/>
          <p:nvPr/>
        </p:nvSpPr>
        <p:spPr>
          <a:xfrm>
            <a:off x="1066800" y="1019370"/>
            <a:ext cx="3124199" cy="1200329"/>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User Feedback</a:t>
            </a:r>
            <a:endParaRPr lang="en-US" sz="3600" b="1" dirty="0">
              <a:solidFill>
                <a:schemeClr val="tx2"/>
              </a:solidFill>
              <a:latin typeface="Epilogue" pitchFamily="2" charset="0"/>
              <a:cs typeface="Rubik" pitchFamily="2" charset="-79"/>
            </a:endParaRPr>
          </a:p>
        </p:txBody>
      </p:sp>
      <p:sp>
        <p:nvSpPr>
          <p:cNvPr id="23" name="TextBox 22">
            <a:extLst>
              <a:ext uri="{FF2B5EF4-FFF2-40B4-BE49-F238E27FC236}">
                <a16:creationId xmlns:a16="http://schemas.microsoft.com/office/drawing/2014/main" id="{202EC9FC-224A-0927-3F78-1F29EB5E9897}"/>
              </a:ext>
            </a:extLst>
          </p:cNvPr>
          <p:cNvSpPr txBox="1"/>
          <p:nvPr/>
        </p:nvSpPr>
        <p:spPr>
          <a:xfrm>
            <a:off x="1066801" y="3089470"/>
            <a:ext cx="2518228" cy="1563570"/>
          </a:xfrm>
          <a:prstGeom prst="rect">
            <a:avLst/>
          </a:prstGeom>
          <a:noFill/>
        </p:spPr>
        <p:txBody>
          <a:bodyPr wrap="square" rtlCol="0">
            <a:spAutoFit/>
          </a:bodyPr>
          <a:lstStyle/>
          <a:p>
            <a:pPr>
              <a:lnSpc>
                <a:spcPct val="150000"/>
              </a:lnSpc>
            </a:pPr>
            <a:r>
              <a:rPr lang="en-US" sz="1300">
                <a:solidFill>
                  <a:schemeClr val="tx2"/>
                </a:solidFill>
                <a:latin typeface="Epilogue" pitchFamily="2" charset="0"/>
              </a:rPr>
              <a:t>At vero eos et accusamus et iusto odio dignissimos ducimus qui blanditiis prae sentium voluptatum deleniti atque corrupti quos dolores</a:t>
            </a:r>
            <a:endParaRPr lang="en-US" sz="1300" b="0" dirty="0">
              <a:solidFill>
                <a:schemeClr val="tx2"/>
              </a:solidFill>
              <a:effectLst/>
              <a:latin typeface="Epilogue" pitchFamily="2" charset="0"/>
            </a:endParaRPr>
          </a:p>
        </p:txBody>
      </p:sp>
      <p:sp>
        <p:nvSpPr>
          <p:cNvPr id="27" name="Rectangle: Rounded Corners 26">
            <a:extLst>
              <a:ext uri="{FF2B5EF4-FFF2-40B4-BE49-F238E27FC236}">
                <a16:creationId xmlns:a16="http://schemas.microsoft.com/office/drawing/2014/main" id="{AADE1269-4558-F1DE-71D3-7B4D6947E6F3}"/>
              </a:ext>
            </a:extLst>
          </p:cNvPr>
          <p:cNvSpPr/>
          <p:nvPr/>
        </p:nvSpPr>
        <p:spPr>
          <a:xfrm>
            <a:off x="1107749" y="5190986"/>
            <a:ext cx="2323812" cy="638314"/>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9DFEA28-4E22-FD22-E2CA-21FCBBDC7219}"/>
              </a:ext>
            </a:extLst>
          </p:cNvPr>
          <p:cNvSpPr txBox="1"/>
          <p:nvPr/>
        </p:nvSpPr>
        <p:spPr>
          <a:xfrm>
            <a:off x="1327730" y="5368712"/>
            <a:ext cx="1883850" cy="292388"/>
          </a:xfrm>
          <a:prstGeom prst="rect">
            <a:avLst/>
          </a:prstGeom>
          <a:noFill/>
        </p:spPr>
        <p:txBody>
          <a:bodyPr wrap="none" rtlCol="0">
            <a:spAutoFit/>
          </a:bodyPr>
          <a:lstStyle/>
          <a:p>
            <a:pPr algn="ctr"/>
            <a:r>
              <a:rPr lang="en-US" sz="1300">
                <a:solidFill>
                  <a:schemeClr val="bg2"/>
                </a:solidFill>
                <a:latin typeface="Epilogue Medium" pitchFamily="2" charset="0"/>
              </a:rPr>
              <a:t>www.bootstrap.com</a:t>
            </a:r>
            <a:endParaRPr lang="en-US" sz="1300" dirty="0">
              <a:solidFill>
                <a:schemeClr val="bg2"/>
              </a:solidFill>
              <a:latin typeface="Epilogue Medium" pitchFamily="2" charset="0"/>
            </a:endParaRPr>
          </a:p>
        </p:txBody>
      </p:sp>
      <p:sp>
        <p:nvSpPr>
          <p:cNvPr id="5" name="Picture Placeholder 4">
            <a:extLst>
              <a:ext uri="{FF2B5EF4-FFF2-40B4-BE49-F238E27FC236}">
                <a16:creationId xmlns:a16="http://schemas.microsoft.com/office/drawing/2014/main" id="{E993A61F-0A91-A34F-7E63-9BA30158FDCD}"/>
              </a:ext>
            </a:extLst>
          </p:cNvPr>
          <p:cNvSpPr>
            <a:spLocks noGrp="1"/>
          </p:cNvSpPr>
          <p:nvPr>
            <p:ph type="pic" sz="quarter" idx="14"/>
          </p:nvPr>
        </p:nvSpPr>
        <p:spPr/>
      </p:sp>
      <p:sp>
        <p:nvSpPr>
          <p:cNvPr id="29" name="Rectangle: Rounded Corners 28">
            <a:extLst>
              <a:ext uri="{FF2B5EF4-FFF2-40B4-BE49-F238E27FC236}">
                <a16:creationId xmlns:a16="http://schemas.microsoft.com/office/drawing/2014/main" id="{AC952CB5-6CC4-E0ED-1529-8C1968021A54}"/>
              </a:ext>
            </a:extLst>
          </p:cNvPr>
          <p:cNvSpPr/>
          <p:nvPr/>
        </p:nvSpPr>
        <p:spPr>
          <a:xfrm>
            <a:off x="4315602" y="2896010"/>
            <a:ext cx="2384921" cy="1948452"/>
          </a:xfrm>
          <a:prstGeom prst="roundRect">
            <a:avLst>
              <a:gd name="adj" fmla="val 11952"/>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EC650DC-5DCA-1C45-2FC7-99D16DDD3E08}"/>
              </a:ext>
            </a:extLst>
          </p:cNvPr>
          <p:cNvSpPr txBox="1"/>
          <p:nvPr/>
        </p:nvSpPr>
        <p:spPr>
          <a:xfrm>
            <a:off x="4547518" y="3103779"/>
            <a:ext cx="1276311" cy="292388"/>
          </a:xfrm>
          <a:prstGeom prst="rect">
            <a:avLst/>
          </a:prstGeom>
        </p:spPr>
        <p:txBody>
          <a:bodyPr wrap="none" rtlCol="0">
            <a:spAutoFit/>
          </a:bodyPr>
          <a:lstStyle/>
          <a:p>
            <a:r>
              <a:rPr lang="en-US" sz="1300" b="1">
                <a:solidFill>
                  <a:schemeClr val="tx2"/>
                </a:solidFill>
                <a:latin typeface="Epilogue" pitchFamily="2" charset="0"/>
              </a:rPr>
              <a:t>Jason Brown</a:t>
            </a:r>
            <a:endParaRPr lang="en-US" sz="1300" b="1" dirty="0">
              <a:solidFill>
                <a:schemeClr val="tx2"/>
              </a:solidFill>
              <a:latin typeface="Epilogue" pitchFamily="2" charset="0"/>
            </a:endParaRPr>
          </a:p>
        </p:txBody>
      </p:sp>
      <p:sp>
        <p:nvSpPr>
          <p:cNvPr id="31" name="TextBox 30">
            <a:extLst>
              <a:ext uri="{FF2B5EF4-FFF2-40B4-BE49-F238E27FC236}">
                <a16:creationId xmlns:a16="http://schemas.microsoft.com/office/drawing/2014/main" id="{D8753E0D-77DB-5B34-1989-C2BC460854AB}"/>
              </a:ext>
            </a:extLst>
          </p:cNvPr>
          <p:cNvSpPr txBox="1"/>
          <p:nvPr/>
        </p:nvSpPr>
        <p:spPr>
          <a:xfrm>
            <a:off x="4547518" y="3396166"/>
            <a:ext cx="2004415" cy="1263487"/>
          </a:xfrm>
          <a:prstGeom prst="rect">
            <a:avLst/>
          </a:prstGeom>
        </p:spPr>
        <p:txBody>
          <a:bodyPr wrap="square" rtlCol="0">
            <a:spAutoFit/>
          </a:bodyPr>
          <a:lstStyle/>
          <a:p>
            <a:pPr>
              <a:lnSpc>
                <a:spcPct val="150000"/>
              </a:lnSpc>
            </a:pPr>
            <a:r>
              <a:rPr lang="en-US" sz="1300">
                <a:solidFill>
                  <a:schemeClr val="tx2"/>
                </a:solidFill>
                <a:latin typeface="Epilogue" pitchFamily="2" charset="0"/>
              </a:rPr>
              <a:t>Excepturi sint occae cati cupiditate non provi dent, similique sunt in fuga culpa qui</a:t>
            </a:r>
            <a:endParaRPr lang="en-US" sz="1300" dirty="0">
              <a:solidFill>
                <a:schemeClr val="tx2"/>
              </a:solidFill>
              <a:latin typeface="Epilogue" pitchFamily="2" charset="0"/>
            </a:endParaRPr>
          </a:p>
        </p:txBody>
      </p:sp>
      <p:sp>
        <p:nvSpPr>
          <p:cNvPr id="32" name="Rectangle: Rounded Corners 31">
            <a:extLst>
              <a:ext uri="{FF2B5EF4-FFF2-40B4-BE49-F238E27FC236}">
                <a16:creationId xmlns:a16="http://schemas.microsoft.com/office/drawing/2014/main" id="{694BD3AA-E4A0-9EFF-3E7A-1850699E5B26}"/>
              </a:ext>
            </a:extLst>
          </p:cNvPr>
          <p:cNvSpPr/>
          <p:nvPr/>
        </p:nvSpPr>
        <p:spPr>
          <a:xfrm>
            <a:off x="8740278" y="4223748"/>
            <a:ext cx="2384921" cy="1948452"/>
          </a:xfrm>
          <a:prstGeom prst="roundRect">
            <a:avLst>
              <a:gd name="adj" fmla="val 11952"/>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679E8F6-9585-E519-5623-AC7F4D8BB106}"/>
              </a:ext>
            </a:extLst>
          </p:cNvPr>
          <p:cNvSpPr txBox="1"/>
          <p:nvPr/>
        </p:nvSpPr>
        <p:spPr>
          <a:xfrm>
            <a:off x="8972194" y="4431517"/>
            <a:ext cx="1138453" cy="292388"/>
          </a:xfrm>
          <a:prstGeom prst="rect">
            <a:avLst/>
          </a:prstGeom>
        </p:spPr>
        <p:txBody>
          <a:bodyPr wrap="none" rtlCol="0">
            <a:spAutoFit/>
          </a:bodyPr>
          <a:lstStyle/>
          <a:p>
            <a:r>
              <a:rPr lang="en-US" sz="1300" b="1">
                <a:solidFill>
                  <a:schemeClr val="tx2"/>
                </a:solidFill>
                <a:latin typeface="Epilogue" pitchFamily="2" charset="0"/>
              </a:rPr>
              <a:t>John Smith</a:t>
            </a:r>
            <a:endParaRPr lang="en-US" sz="1300" b="1" dirty="0">
              <a:solidFill>
                <a:schemeClr val="tx2"/>
              </a:solidFill>
              <a:latin typeface="Epilogue" pitchFamily="2" charset="0"/>
            </a:endParaRPr>
          </a:p>
        </p:txBody>
      </p:sp>
      <p:sp>
        <p:nvSpPr>
          <p:cNvPr id="34" name="TextBox 33">
            <a:extLst>
              <a:ext uri="{FF2B5EF4-FFF2-40B4-BE49-F238E27FC236}">
                <a16:creationId xmlns:a16="http://schemas.microsoft.com/office/drawing/2014/main" id="{C004509A-EF34-3FF7-0D39-B553D18F1A2D}"/>
              </a:ext>
            </a:extLst>
          </p:cNvPr>
          <p:cNvSpPr txBox="1"/>
          <p:nvPr/>
        </p:nvSpPr>
        <p:spPr>
          <a:xfrm>
            <a:off x="8972194" y="4723904"/>
            <a:ext cx="2004415" cy="1263487"/>
          </a:xfrm>
          <a:prstGeom prst="rect">
            <a:avLst/>
          </a:prstGeom>
        </p:spPr>
        <p:txBody>
          <a:bodyPr wrap="square" rtlCol="0">
            <a:spAutoFit/>
          </a:bodyPr>
          <a:lstStyle/>
          <a:p>
            <a:pPr>
              <a:lnSpc>
                <a:spcPct val="150000"/>
              </a:lnSpc>
            </a:pPr>
            <a:r>
              <a:rPr lang="en-US" sz="1300">
                <a:solidFill>
                  <a:schemeClr val="tx2"/>
                </a:solidFill>
                <a:latin typeface="Epilogue" pitchFamily="2" charset="0"/>
              </a:rPr>
              <a:t>Excepturi sint occae cati cupiditate non culpa provident,cas similique sunt in fuga</a:t>
            </a:r>
            <a:endParaRPr lang="en-US" sz="1300" dirty="0">
              <a:solidFill>
                <a:schemeClr val="tx2"/>
              </a:solidFill>
              <a:latin typeface="Epilogue" pitchFamily="2" charset="0"/>
            </a:endParaRPr>
          </a:p>
        </p:txBody>
      </p:sp>
      <p:sp>
        <p:nvSpPr>
          <p:cNvPr id="38" name="Freeform: Shape 37">
            <a:extLst>
              <a:ext uri="{FF2B5EF4-FFF2-40B4-BE49-F238E27FC236}">
                <a16:creationId xmlns:a16="http://schemas.microsoft.com/office/drawing/2014/main" id="{1EC0A573-C9F8-1CCC-6C46-786F6826360D}"/>
              </a:ext>
            </a:extLst>
          </p:cNvPr>
          <p:cNvSpPr/>
          <p:nvPr/>
        </p:nvSpPr>
        <p:spPr>
          <a:xfrm>
            <a:off x="5707462" y="5498497"/>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D7CB110C-D5C9-7A69-8F76-AA1363C10B4E}"/>
              </a:ext>
            </a:extLst>
          </p:cNvPr>
          <p:cNvSpPr/>
          <p:nvPr/>
        </p:nvSpPr>
        <p:spPr>
          <a:xfrm>
            <a:off x="5346250" y="5343835"/>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33927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Graphic 21">
            <a:extLst>
              <a:ext uri="{FF2B5EF4-FFF2-40B4-BE49-F238E27FC236}">
                <a16:creationId xmlns:a16="http://schemas.microsoft.com/office/drawing/2014/main" id="{C319E3BA-F668-0F2F-D650-C2D347F2CC88}"/>
              </a:ext>
            </a:extLst>
          </p:cNvPr>
          <p:cNvSpPr/>
          <p:nvPr/>
        </p:nvSpPr>
        <p:spPr>
          <a:xfrm rot="10800000">
            <a:off x="1380608" y="2550585"/>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9" name="Rectangle: Top Corners Rounded 18">
            <a:extLst>
              <a:ext uri="{FF2B5EF4-FFF2-40B4-BE49-F238E27FC236}">
                <a16:creationId xmlns:a16="http://schemas.microsoft.com/office/drawing/2014/main" id="{9281EB20-1FA5-F24B-497A-7B3971065D71}"/>
              </a:ext>
            </a:extLst>
          </p:cNvPr>
          <p:cNvSpPr/>
          <p:nvPr/>
        </p:nvSpPr>
        <p:spPr>
          <a:xfrm>
            <a:off x="0" y="4357836"/>
            <a:ext cx="12192000" cy="2500163"/>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Graphic 24">
            <a:extLst>
              <a:ext uri="{FF2B5EF4-FFF2-40B4-BE49-F238E27FC236}">
                <a16:creationId xmlns:a16="http://schemas.microsoft.com/office/drawing/2014/main" id="{2305C8ED-A8D9-753D-BDD8-A7E669FDCDC6}"/>
              </a:ext>
            </a:extLst>
          </p:cNvPr>
          <p:cNvSpPr/>
          <p:nvPr/>
        </p:nvSpPr>
        <p:spPr>
          <a:xfrm>
            <a:off x="2954652" y="3721388"/>
            <a:ext cx="2881872" cy="288187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BCE94BA2-7A04-8054-879B-B44185649DC0}"/>
              </a:ext>
            </a:extLst>
          </p:cNvPr>
          <p:cNvSpPr txBox="1"/>
          <p:nvPr/>
        </p:nvSpPr>
        <p:spPr>
          <a:xfrm>
            <a:off x="936657" y="372711"/>
            <a:ext cx="8114722" cy="2215991"/>
          </a:xfrm>
          <a:prstGeom prst="rect">
            <a:avLst/>
          </a:prstGeom>
          <a:noFill/>
        </p:spPr>
        <p:txBody>
          <a:bodyPr wrap="none" rtlCol="0">
            <a:spAutoFit/>
          </a:bodyPr>
          <a:lstStyle/>
          <a:p>
            <a:r>
              <a:rPr lang="en-US" sz="13800" b="1" spc="600">
                <a:ln w="12700">
                  <a:solidFill>
                    <a:schemeClr val="tx2">
                      <a:alpha val="15000"/>
                    </a:schemeClr>
                  </a:solidFill>
                </a:ln>
                <a:noFill/>
                <a:latin typeface="Epilogue Black" pitchFamily="2" charset="0"/>
              </a:rPr>
              <a:t>PRICING</a:t>
            </a:r>
          </a:p>
        </p:txBody>
      </p:sp>
      <p:sp>
        <p:nvSpPr>
          <p:cNvPr id="2" name="TextBox 1">
            <a:extLst>
              <a:ext uri="{FF2B5EF4-FFF2-40B4-BE49-F238E27FC236}">
                <a16:creationId xmlns:a16="http://schemas.microsoft.com/office/drawing/2014/main" id="{2C71715A-8270-2E41-1C74-6076C6B859B8}"/>
              </a:ext>
            </a:extLst>
          </p:cNvPr>
          <p:cNvSpPr txBox="1"/>
          <p:nvPr/>
        </p:nvSpPr>
        <p:spPr>
          <a:xfrm>
            <a:off x="1066800" y="2598003"/>
            <a:ext cx="2348720" cy="830997"/>
          </a:xfrm>
          <a:prstGeom prst="rect">
            <a:avLst/>
          </a:prstGeom>
          <a:noFill/>
        </p:spPr>
        <p:txBody>
          <a:bodyPr wrap="none" rtlCol="0">
            <a:spAutoFit/>
          </a:bodyPr>
          <a:lstStyle/>
          <a:p>
            <a:r>
              <a:rPr lang="en-US" sz="4800" b="1">
                <a:solidFill>
                  <a:schemeClr val="tx2"/>
                </a:solidFill>
                <a:latin typeface="Epilogue" pitchFamily="2" charset="0"/>
              </a:rPr>
              <a:t>Pricing</a:t>
            </a:r>
          </a:p>
        </p:txBody>
      </p:sp>
      <p:sp>
        <p:nvSpPr>
          <p:cNvPr id="3" name="TextBox 2">
            <a:extLst>
              <a:ext uri="{FF2B5EF4-FFF2-40B4-BE49-F238E27FC236}">
                <a16:creationId xmlns:a16="http://schemas.microsoft.com/office/drawing/2014/main" id="{2A3DCD32-63B4-4935-B24B-D00668496A4D}"/>
              </a:ext>
            </a:extLst>
          </p:cNvPr>
          <p:cNvSpPr txBox="1"/>
          <p:nvPr/>
        </p:nvSpPr>
        <p:spPr>
          <a:xfrm>
            <a:off x="1066800" y="3429000"/>
            <a:ext cx="1342034" cy="292388"/>
          </a:xfrm>
          <a:prstGeom prst="rect">
            <a:avLst/>
          </a:prstGeom>
          <a:noFill/>
        </p:spPr>
        <p:txBody>
          <a:bodyPr wrap="none" rtlCol="0">
            <a:spAutoFit/>
          </a:bodyPr>
          <a:lstStyle/>
          <a:p>
            <a:r>
              <a:rPr lang="en-US" sz="1300">
                <a:solidFill>
                  <a:schemeClr val="tx2"/>
                </a:solidFill>
                <a:latin typeface="Epilogue" pitchFamily="2" charset="0"/>
              </a:rPr>
              <a:t>Price Package</a:t>
            </a:r>
          </a:p>
        </p:txBody>
      </p:sp>
      <p:sp>
        <p:nvSpPr>
          <p:cNvPr id="5" name="Picture Placeholder 4">
            <a:extLst>
              <a:ext uri="{FF2B5EF4-FFF2-40B4-BE49-F238E27FC236}">
                <a16:creationId xmlns:a16="http://schemas.microsoft.com/office/drawing/2014/main" id="{4D19743E-82FF-4D96-3A9F-3DF4E9505621}"/>
              </a:ext>
            </a:extLst>
          </p:cNvPr>
          <p:cNvSpPr>
            <a:spLocks noGrp="1"/>
          </p:cNvSpPr>
          <p:nvPr>
            <p:ph type="pic" sz="quarter" idx="14"/>
          </p:nvPr>
        </p:nvSpPr>
        <p:spPr/>
      </p:sp>
      <p:sp>
        <p:nvSpPr>
          <p:cNvPr id="7" name="Picture Placeholder 6">
            <a:extLst>
              <a:ext uri="{FF2B5EF4-FFF2-40B4-BE49-F238E27FC236}">
                <a16:creationId xmlns:a16="http://schemas.microsoft.com/office/drawing/2014/main" id="{36ED9E7B-5F0D-4CBA-11D4-E80462A00665}"/>
              </a:ext>
            </a:extLst>
          </p:cNvPr>
          <p:cNvSpPr>
            <a:spLocks noGrp="1"/>
          </p:cNvSpPr>
          <p:nvPr>
            <p:ph type="pic" sz="quarter" idx="15"/>
          </p:nvPr>
        </p:nvSpPr>
        <p:spPr/>
      </p:sp>
      <p:sp>
        <p:nvSpPr>
          <p:cNvPr id="33" name="Graphic 15">
            <a:extLst>
              <a:ext uri="{FF2B5EF4-FFF2-40B4-BE49-F238E27FC236}">
                <a16:creationId xmlns:a16="http://schemas.microsoft.com/office/drawing/2014/main" id="{921C6FB7-D9E3-603B-B608-94F24ECBAAE1}"/>
              </a:ext>
            </a:extLst>
          </p:cNvPr>
          <p:cNvSpPr/>
          <p:nvPr/>
        </p:nvSpPr>
        <p:spPr>
          <a:xfrm>
            <a:off x="9786204" y="273477"/>
            <a:ext cx="2177196" cy="2177196"/>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038A5F1-D7FE-489C-FB9E-DB842348C40C}"/>
              </a:ext>
            </a:extLst>
          </p:cNvPr>
          <p:cNvSpPr/>
          <p:nvPr/>
        </p:nvSpPr>
        <p:spPr>
          <a:xfrm>
            <a:off x="3768161" y="685800"/>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7C255522-DFA0-45C9-59EF-74FD82805DA2}"/>
              </a:ext>
            </a:extLst>
          </p:cNvPr>
          <p:cNvSpPr/>
          <p:nvPr/>
        </p:nvSpPr>
        <p:spPr>
          <a:xfrm>
            <a:off x="3406949" y="531138"/>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71294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9" name="Graphic 21">
            <a:extLst>
              <a:ext uri="{FF2B5EF4-FFF2-40B4-BE49-F238E27FC236}">
                <a16:creationId xmlns:a16="http://schemas.microsoft.com/office/drawing/2014/main" id="{255ECB2B-82B4-7A91-9C06-476375B900D1}"/>
              </a:ext>
            </a:extLst>
          </p:cNvPr>
          <p:cNvSpPr/>
          <p:nvPr/>
        </p:nvSpPr>
        <p:spPr>
          <a:xfrm rot="10800000">
            <a:off x="6332241" y="524198"/>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78" name="Graphic 24">
            <a:extLst>
              <a:ext uri="{FF2B5EF4-FFF2-40B4-BE49-F238E27FC236}">
                <a16:creationId xmlns:a16="http://schemas.microsoft.com/office/drawing/2014/main" id="{54B27073-5613-7CA7-E31E-FB067F642070}"/>
              </a:ext>
            </a:extLst>
          </p:cNvPr>
          <p:cNvSpPr/>
          <p:nvPr/>
        </p:nvSpPr>
        <p:spPr>
          <a:xfrm>
            <a:off x="646311" y="925286"/>
            <a:ext cx="2546584" cy="25465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Graphic 15">
            <a:extLst>
              <a:ext uri="{FF2B5EF4-FFF2-40B4-BE49-F238E27FC236}">
                <a16:creationId xmlns:a16="http://schemas.microsoft.com/office/drawing/2014/main" id="{0765F5CF-F913-488C-A9D9-5B15CEB6A2F4}"/>
              </a:ext>
            </a:extLst>
          </p:cNvPr>
          <p:cNvSpPr/>
          <p:nvPr/>
        </p:nvSpPr>
        <p:spPr>
          <a:xfrm>
            <a:off x="9470977" y="2337468"/>
            <a:ext cx="2380854" cy="2380854"/>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3" name="TextBox 2">
            <a:extLst>
              <a:ext uri="{FF2B5EF4-FFF2-40B4-BE49-F238E27FC236}">
                <a16:creationId xmlns:a16="http://schemas.microsoft.com/office/drawing/2014/main" id="{3CF23B02-1336-E4FB-6859-C45BAD859EDD}"/>
              </a:ext>
            </a:extLst>
          </p:cNvPr>
          <p:cNvSpPr txBox="1"/>
          <p:nvPr/>
        </p:nvSpPr>
        <p:spPr>
          <a:xfrm>
            <a:off x="4123427" y="685800"/>
            <a:ext cx="3945147" cy="646331"/>
          </a:xfrm>
          <a:prstGeom prst="rect">
            <a:avLst/>
          </a:prstGeom>
          <a:noFill/>
        </p:spPr>
        <p:txBody>
          <a:bodyPr wrap="square" rtlCol="0">
            <a:spAutoFit/>
          </a:bodyPr>
          <a:lstStyle/>
          <a:p>
            <a:pPr algn="ctr"/>
            <a:r>
              <a:rPr lang="en-US" sz="3600" b="1">
                <a:solidFill>
                  <a:schemeClr val="tx2"/>
                </a:solidFill>
                <a:latin typeface="Epilogue" pitchFamily="2" charset="0"/>
                <a:cs typeface="Rubik" pitchFamily="2" charset="-79"/>
              </a:rPr>
              <a:t>Pricing Package</a:t>
            </a:r>
            <a:endParaRPr lang="en-US" sz="3600" b="1" dirty="0">
              <a:solidFill>
                <a:schemeClr val="tx2"/>
              </a:solidFill>
              <a:latin typeface="Epilogue" pitchFamily="2" charset="0"/>
              <a:cs typeface="Rubik" pitchFamily="2" charset="-79"/>
            </a:endParaRPr>
          </a:p>
        </p:txBody>
      </p:sp>
      <p:sp>
        <p:nvSpPr>
          <p:cNvPr id="6" name="Rectangle: Rounded Corners 5">
            <a:extLst>
              <a:ext uri="{FF2B5EF4-FFF2-40B4-BE49-F238E27FC236}">
                <a16:creationId xmlns:a16="http://schemas.microsoft.com/office/drawing/2014/main" id="{630A25A8-6C00-4E20-55EC-735AC56C4624}"/>
              </a:ext>
            </a:extLst>
          </p:cNvPr>
          <p:cNvSpPr/>
          <p:nvPr/>
        </p:nvSpPr>
        <p:spPr>
          <a:xfrm>
            <a:off x="1522242" y="1924050"/>
            <a:ext cx="2822746" cy="4248150"/>
          </a:xfrm>
          <a:prstGeom prst="roundRect">
            <a:avLst>
              <a:gd name="adj" fmla="val 13238"/>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TextBox 8">
            <a:extLst>
              <a:ext uri="{FF2B5EF4-FFF2-40B4-BE49-F238E27FC236}">
                <a16:creationId xmlns:a16="http://schemas.microsoft.com/office/drawing/2014/main" id="{9A74005D-257C-BBBA-07B0-617782F9E937}"/>
              </a:ext>
            </a:extLst>
          </p:cNvPr>
          <p:cNvSpPr txBox="1"/>
          <p:nvPr/>
        </p:nvSpPr>
        <p:spPr>
          <a:xfrm>
            <a:off x="1957632" y="3079976"/>
            <a:ext cx="1430200" cy="769441"/>
          </a:xfrm>
          <a:prstGeom prst="rect">
            <a:avLst/>
          </a:prstGeom>
          <a:noFill/>
        </p:spPr>
        <p:txBody>
          <a:bodyPr wrap="none" rtlCol="0">
            <a:spAutoFit/>
          </a:bodyPr>
          <a:lstStyle/>
          <a:p>
            <a:r>
              <a:rPr lang="en-US" sz="4400" b="1" baseline="30000">
                <a:solidFill>
                  <a:schemeClr val="tx2"/>
                </a:solidFill>
                <a:latin typeface="Epilogue" pitchFamily="2" charset="0"/>
                <a:cs typeface="Plus Jakarta Sans ExtraBold" pitchFamily="2" charset="0"/>
              </a:rPr>
              <a:t>$</a:t>
            </a:r>
            <a:r>
              <a:rPr lang="en-US" sz="4400" b="1">
                <a:solidFill>
                  <a:schemeClr val="tx2"/>
                </a:solidFill>
                <a:latin typeface="Epilogue" pitchFamily="2" charset="0"/>
                <a:cs typeface="Plus Jakarta Sans ExtraBold" pitchFamily="2" charset="0"/>
              </a:rPr>
              <a:t>250</a:t>
            </a:r>
          </a:p>
        </p:txBody>
      </p:sp>
      <p:sp>
        <p:nvSpPr>
          <p:cNvPr id="10" name="Freeform: Shape 9">
            <a:extLst>
              <a:ext uri="{FF2B5EF4-FFF2-40B4-BE49-F238E27FC236}">
                <a16:creationId xmlns:a16="http://schemas.microsoft.com/office/drawing/2014/main" id="{0D5FA783-6BEE-1634-0646-F48E6E9F9282}"/>
              </a:ext>
            </a:extLst>
          </p:cNvPr>
          <p:cNvSpPr/>
          <p:nvPr/>
        </p:nvSpPr>
        <p:spPr>
          <a:xfrm>
            <a:off x="1957632" y="4137298"/>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1" name="TextBox 10">
            <a:extLst>
              <a:ext uri="{FF2B5EF4-FFF2-40B4-BE49-F238E27FC236}">
                <a16:creationId xmlns:a16="http://schemas.microsoft.com/office/drawing/2014/main" id="{D48BD0FD-B722-ADC9-F75E-EF589D8161D1}"/>
              </a:ext>
            </a:extLst>
          </p:cNvPr>
          <p:cNvSpPr txBox="1"/>
          <p:nvPr/>
        </p:nvSpPr>
        <p:spPr>
          <a:xfrm>
            <a:off x="2195935" y="4073319"/>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Sed ut perspiciatis</a:t>
            </a:r>
          </a:p>
        </p:txBody>
      </p:sp>
      <p:sp>
        <p:nvSpPr>
          <p:cNvPr id="12" name="Freeform: Shape 11">
            <a:extLst>
              <a:ext uri="{FF2B5EF4-FFF2-40B4-BE49-F238E27FC236}">
                <a16:creationId xmlns:a16="http://schemas.microsoft.com/office/drawing/2014/main" id="{A259254C-C9E5-61C1-6E19-D84D227F1D13}"/>
              </a:ext>
            </a:extLst>
          </p:cNvPr>
          <p:cNvSpPr/>
          <p:nvPr/>
        </p:nvSpPr>
        <p:spPr>
          <a:xfrm>
            <a:off x="1957632" y="449920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3" name="TextBox 12">
            <a:extLst>
              <a:ext uri="{FF2B5EF4-FFF2-40B4-BE49-F238E27FC236}">
                <a16:creationId xmlns:a16="http://schemas.microsoft.com/office/drawing/2014/main" id="{5F5AEAF8-5E8A-2421-02DC-4A035CB377EF}"/>
              </a:ext>
            </a:extLst>
          </p:cNvPr>
          <p:cNvSpPr txBox="1"/>
          <p:nvPr/>
        </p:nvSpPr>
        <p:spPr>
          <a:xfrm>
            <a:off x="2195934" y="4435230"/>
            <a:ext cx="1853779"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Duis aute irure nulla</a:t>
            </a:r>
          </a:p>
        </p:txBody>
      </p:sp>
      <p:sp>
        <p:nvSpPr>
          <p:cNvPr id="14" name="Freeform: Shape 13">
            <a:extLst>
              <a:ext uri="{FF2B5EF4-FFF2-40B4-BE49-F238E27FC236}">
                <a16:creationId xmlns:a16="http://schemas.microsoft.com/office/drawing/2014/main" id="{4A35B70C-CA14-28E3-83DB-35D8D4C54271}"/>
              </a:ext>
            </a:extLst>
          </p:cNvPr>
          <p:cNvSpPr/>
          <p:nvPr/>
        </p:nvSpPr>
        <p:spPr>
          <a:xfrm>
            <a:off x="1957632" y="486112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5" name="TextBox 14">
            <a:extLst>
              <a:ext uri="{FF2B5EF4-FFF2-40B4-BE49-F238E27FC236}">
                <a16:creationId xmlns:a16="http://schemas.microsoft.com/office/drawing/2014/main" id="{54DBA9A5-15C4-4983-7EA6-86FED63E949E}"/>
              </a:ext>
            </a:extLst>
          </p:cNvPr>
          <p:cNvSpPr txBox="1"/>
          <p:nvPr/>
        </p:nvSpPr>
        <p:spPr>
          <a:xfrm>
            <a:off x="2195936" y="4797141"/>
            <a:ext cx="1853778"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Reprehendet volup</a:t>
            </a:r>
          </a:p>
        </p:txBody>
      </p:sp>
      <p:sp>
        <p:nvSpPr>
          <p:cNvPr id="16" name="Freeform: Shape 15">
            <a:extLst>
              <a:ext uri="{FF2B5EF4-FFF2-40B4-BE49-F238E27FC236}">
                <a16:creationId xmlns:a16="http://schemas.microsoft.com/office/drawing/2014/main" id="{8ED07AA2-68A3-EEC9-E7BF-CA9570BED245}"/>
              </a:ext>
            </a:extLst>
          </p:cNvPr>
          <p:cNvSpPr/>
          <p:nvPr/>
        </p:nvSpPr>
        <p:spPr>
          <a:xfrm>
            <a:off x="1957632" y="5223031"/>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7" name="TextBox 16">
            <a:extLst>
              <a:ext uri="{FF2B5EF4-FFF2-40B4-BE49-F238E27FC236}">
                <a16:creationId xmlns:a16="http://schemas.microsoft.com/office/drawing/2014/main" id="{C3C40F7F-772D-26CE-E521-5DED7BCB146F}"/>
              </a:ext>
            </a:extLst>
          </p:cNvPr>
          <p:cNvSpPr txBox="1"/>
          <p:nvPr/>
        </p:nvSpPr>
        <p:spPr>
          <a:xfrm>
            <a:off x="2195935" y="5159052"/>
            <a:ext cx="1853778"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Sint occaecat cupid</a:t>
            </a:r>
          </a:p>
        </p:txBody>
      </p:sp>
      <p:sp>
        <p:nvSpPr>
          <p:cNvPr id="18" name="Freeform: Shape 17">
            <a:extLst>
              <a:ext uri="{FF2B5EF4-FFF2-40B4-BE49-F238E27FC236}">
                <a16:creationId xmlns:a16="http://schemas.microsoft.com/office/drawing/2014/main" id="{52BAB211-1F52-6EB2-56FA-03A83EDC18BD}"/>
              </a:ext>
            </a:extLst>
          </p:cNvPr>
          <p:cNvSpPr/>
          <p:nvPr/>
        </p:nvSpPr>
        <p:spPr>
          <a:xfrm>
            <a:off x="1957632" y="5584943"/>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9" name="TextBox 18">
            <a:extLst>
              <a:ext uri="{FF2B5EF4-FFF2-40B4-BE49-F238E27FC236}">
                <a16:creationId xmlns:a16="http://schemas.microsoft.com/office/drawing/2014/main" id="{B2D4CDEA-9163-176C-BBF5-47976392A52D}"/>
              </a:ext>
            </a:extLst>
          </p:cNvPr>
          <p:cNvSpPr txBox="1"/>
          <p:nvPr/>
        </p:nvSpPr>
        <p:spPr>
          <a:xfrm>
            <a:off x="2195934" y="5520964"/>
            <a:ext cx="1853777"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Cupidata proident</a:t>
            </a:r>
          </a:p>
        </p:txBody>
      </p:sp>
      <p:sp>
        <p:nvSpPr>
          <p:cNvPr id="24" name="Rectangle: Rounded Corners 23">
            <a:extLst>
              <a:ext uri="{FF2B5EF4-FFF2-40B4-BE49-F238E27FC236}">
                <a16:creationId xmlns:a16="http://schemas.microsoft.com/office/drawing/2014/main" id="{E63CC048-6EA0-10BB-A7E3-FFB86C5E0060}"/>
              </a:ext>
            </a:extLst>
          </p:cNvPr>
          <p:cNvSpPr/>
          <p:nvPr/>
        </p:nvSpPr>
        <p:spPr>
          <a:xfrm>
            <a:off x="1957632" y="2359216"/>
            <a:ext cx="1445480" cy="424666"/>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E5025AF-38CC-21AD-F430-3F289E7C4519}"/>
              </a:ext>
            </a:extLst>
          </p:cNvPr>
          <p:cNvSpPr txBox="1"/>
          <p:nvPr/>
        </p:nvSpPr>
        <p:spPr>
          <a:xfrm>
            <a:off x="2181678" y="2428530"/>
            <a:ext cx="997389" cy="292388"/>
          </a:xfrm>
          <a:prstGeom prst="rect">
            <a:avLst/>
          </a:prstGeom>
          <a:noFill/>
        </p:spPr>
        <p:txBody>
          <a:bodyPr wrap="none" rtlCol="0">
            <a:spAutoFit/>
          </a:bodyPr>
          <a:lstStyle/>
          <a:p>
            <a:pPr algn="ctr"/>
            <a:r>
              <a:rPr lang="en-US" sz="1300" b="1">
                <a:solidFill>
                  <a:schemeClr val="bg2"/>
                </a:solidFill>
                <a:latin typeface="Epilogue" pitchFamily="2" charset="0"/>
                <a:cs typeface="Plus Jakarta Sans" pitchFamily="2" charset="0"/>
              </a:rPr>
              <a:t>Individual</a:t>
            </a:r>
          </a:p>
        </p:txBody>
      </p:sp>
      <p:sp>
        <p:nvSpPr>
          <p:cNvPr id="26" name="TextBox 25">
            <a:extLst>
              <a:ext uri="{FF2B5EF4-FFF2-40B4-BE49-F238E27FC236}">
                <a16:creationId xmlns:a16="http://schemas.microsoft.com/office/drawing/2014/main" id="{E76D3D0F-3C4D-C290-8520-C38DBA8977A9}"/>
              </a:ext>
            </a:extLst>
          </p:cNvPr>
          <p:cNvSpPr txBox="1"/>
          <p:nvPr/>
        </p:nvSpPr>
        <p:spPr>
          <a:xfrm>
            <a:off x="3259627" y="3429000"/>
            <a:ext cx="735622"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/year</a:t>
            </a:r>
          </a:p>
        </p:txBody>
      </p:sp>
      <p:sp>
        <p:nvSpPr>
          <p:cNvPr id="45" name="Rectangle: Rounded Corners 44">
            <a:extLst>
              <a:ext uri="{FF2B5EF4-FFF2-40B4-BE49-F238E27FC236}">
                <a16:creationId xmlns:a16="http://schemas.microsoft.com/office/drawing/2014/main" id="{2CC0170F-2FF3-885E-6CF4-DD3981FBA37F}"/>
              </a:ext>
            </a:extLst>
          </p:cNvPr>
          <p:cNvSpPr/>
          <p:nvPr/>
        </p:nvSpPr>
        <p:spPr>
          <a:xfrm>
            <a:off x="4684627" y="1924050"/>
            <a:ext cx="2822746" cy="4248150"/>
          </a:xfrm>
          <a:prstGeom prst="roundRect">
            <a:avLst>
              <a:gd name="adj" fmla="val 13238"/>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6" name="TextBox 45">
            <a:extLst>
              <a:ext uri="{FF2B5EF4-FFF2-40B4-BE49-F238E27FC236}">
                <a16:creationId xmlns:a16="http://schemas.microsoft.com/office/drawing/2014/main" id="{7269855C-6C7E-31C2-87ED-E635F3A83C43}"/>
              </a:ext>
            </a:extLst>
          </p:cNvPr>
          <p:cNvSpPr txBox="1"/>
          <p:nvPr/>
        </p:nvSpPr>
        <p:spPr>
          <a:xfrm>
            <a:off x="5120017" y="3079976"/>
            <a:ext cx="1430200" cy="769441"/>
          </a:xfrm>
          <a:prstGeom prst="rect">
            <a:avLst/>
          </a:prstGeom>
          <a:noFill/>
        </p:spPr>
        <p:txBody>
          <a:bodyPr wrap="none" rtlCol="0">
            <a:spAutoFit/>
          </a:bodyPr>
          <a:lstStyle/>
          <a:p>
            <a:r>
              <a:rPr lang="en-US" sz="4400" b="1" baseline="30000">
                <a:solidFill>
                  <a:schemeClr val="tx2"/>
                </a:solidFill>
                <a:latin typeface="Epilogue" pitchFamily="2" charset="0"/>
                <a:cs typeface="Plus Jakarta Sans ExtraBold" pitchFamily="2" charset="0"/>
              </a:rPr>
              <a:t>$</a:t>
            </a:r>
            <a:r>
              <a:rPr lang="en-US" sz="4400" b="1">
                <a:solidFill>
                  <a:schemeClr val="tx2"/>
                </a:solidFill>
                <a:latin typeface="Epilogue" pitchFamily="2" charset="0"/>
                <a:cs typeface="Plus Jakarta Sans ExtraBold" pitchFamily="2" charset="0"/>
              </a:rPr>
              <a:t>450</a:t>
            </a:r>
          </a:p>
        </p:txBody>
      </p:sp>
      <p:sp>
        <p:nvSpPr>
          <p:cNvPr id="47" name="Freeform: Shape 46">
            <a:extLst>
              <a:ext uri="{FF2B5EF4-FFF2-40B4-BE49-F238E27FC236}">
                <a16:creationId xmlns:a16="http://schemas.microsoft.com/office/drawing/2014/main" id="{3E02BD27-1817-91EF-1F69-735EA32A86C1}"/>
              </a:ext>
            </a:extLst>
          </p:cNvPr>
          <p:cNvSpPr/>
          <p:nvPr/>
        </p:nvSpPr>
        <p:spPr>
          <a:xfrm>
            <a:off x="5120017" y="4137298"/>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48" name="TextBox 47">
            <a:extLst>
              <a:ext uri="{FF2B5EF4-FFF2-40B4-BE49-F238E27FC236}">
                <a16:creationId xmlns:a16="http://schemas.microsoft.com/office/drawing/2014/main" id="{66FE2A37-E27B-6654-D6F0-38C5CA6F6420}"/>
              </a:ext>
            </a:extLst>
          </p:cNvPr>
          <p:cNvSpPr txBox="1"/>
          <p:nvPr/>
        </p:nvSpPr>
        <p:spPr>
          <a:xfrm>
            <a:off x="5358320" y="4073319"/>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Sed ut perspiciatis</a:t>
            </a:r>
          </a:p>
        </p:txBody>
      </p:sp>
      <p:sp>
        <p:nvSpPr>
          <p:cNvPr id="49" name="Freeform: Shape 48">
            <a:extLst>
              <a:ext uri="{FF2B5EF4-FFF2-40B4-BE49-F238E27FC236}">
                <a16:creationId xmlns:a16="http://schemas.microsoft.com/office/drawing/2014/main" id="{90E7E1F7-7455-B3AE-96C7-76F3546B9597}"/>
              </a:ext>
            </a:extLst>
          </p:cNvPr>
          <p:cNvSpPr/>
          <p:nvPr/>
        </p:nvSpPr>
        <p:spPr>
          <a:xfrm>
            <a:off x="5120017" y="449920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50" name="TextBox 49">
            <a:extLst>
              <a:ext uri="{FF2B5EF4-FFF2-40B4-BE49-F238E27FC236}">
                <a16:creationId xmlns:a16="http://schemas.microsoft.com/office/drawing/2014/main" id="{4FC97973-92F7-E2E5-7EC5-8A0BBBC6FA8D}"/>
              </a:ext>
            </a:extLst>
          </p:cNvPr>
          <p:cNvSpPr txBox="1"/>
          <p:nvPr/>
        </p:nvSpPr>
        <p:spPr>
          <a:xfrm>
            <a:off x="5358319" y="4435230"/>
            <a:ext cx="1853779"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Duis aute irure nulla</a:t>
            </a:r>
          </a:p>
        </p:txBody>
      </p:sp>
      <p:sp>
        <p:nvSpPr>
          <p:cNvPr id="51" name="Freeform: Shape 50">
            <a:extLst>
              <a:ext uri="{FF2B5EF4-FFF2-40B4-BE49-F238E27FC236}">
                <a16:creationId xmlns:a16="http://schemas.microsoft.com/office/drawing/2014/main" id="{41BDECB3-FE01-6B80-E3CF-3C6806F55AB0}"/>
              </a:ext>
            </a:extLst>
          </p:cNvPr>
          <p:cNvSpPr/>
          <p:nvPr/>
        </p:nvSpPr>
        <p:spPr>
          <a:xfrm>
            <a:off x="5120017" y="486112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52" name="TextBox 51">
            <a:extLst>
              <a:ext uri="{FF2B5EF4-FFF2-40B4-BE49-F238E27FC236}">
                <a16:creationId xmlns:a16="http://schemas.microsoft.com/office/drawing/2014/main" id="{2FD00154-DDD0-536B-D730-B3AA015D4DD7}"/>
              </a:ext>
            </a:extLst>
          </p:cNvPr>
          <p:cNvSpPr txBox="1"/>
          <p:nvPr/>
        </p:nvSpPr>
        <p:spPr>
          <a:xfrm>
            <a:off x="5358321" y="4797141"/>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Reprehendet volup</a:t>
            </a:r>
          </a:p>
        </p:txBody>
      </p:sp>
      <p:sp>
        <p:nvSpPr>
          <p:cNvPr id="53" name="Freeform: Shape 52">
            <a:extLst>
              <a:ext uri="{FF2B5EF4-FFF2-40B4-BE49-F238E27FC236}">
                <a16:creationId xmlns:a16="http://schemas.microsoft.com/office/drawing/2014/main" id="{7268252B-E070-02C0-1F13-60EF3FD70072}"/>
              </a:ext>
            </a:extLst>
          </p:cNvPr>
          <p:cNvSpPr/>
          <p:nvPr/>
        </p:nvSpPr>
        <p:spPr>
          <a:xfrm>
            <a:off x="5120017" y="5223031"/>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54" name="TextBox 53">
            <a:extLst>
              <a:ext uri="{FF2B5EF4-FFF2-40B4-BE49-F238E27FC236}">
                <a16:creationId xmlns:a16="http://schemas.microsoft.com/office/drawing/2014/main" id="{80DEAC32-62EA-C216-355D-703BB73F15DF}"/>
              </a:ext>
            </a:extLst>
          </p:cNvPr>
          <p:cNvSpPr txBox="1"/>
          <p:nvPr/>
        </p:nvSpPr>
        <p:spPr>
          <a:xfrm>
            <a:off x="5358320" y="5159052"/>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Sint occaecat cupid</a:t>
            </a:r>
          </a:p>
        </p:txBody>
      </p:sp>
      <p:sp>
        <p:nvSpPr>
          <p:cNvPr id="55" name="Freeform: Shape 54">
            <a:extLst>
              <a:ext uri="{FF2B5EF4-FFF2-40B4-BE49-F238E27FC236}">
                <a16:creationId xmlns:a16="http://schemas.microsoft.com/office/drawing/2014/main" id="{5366823F-9D4F-B06D-DCC7-1D17FC998AF9}"/>
              </a:ext>
            </a:extLst>
          </p:cNvPr>
          <p:cNvSpPr/>
          <p:nvPr/>
        </p:nvSpPr>
        <p:spPr>
          <a:xfrm>
            <a:off x="5120017" y="5584943"/>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56" name="TextBox 55">
            <a:extLst>
              <a:ext uri="{FF2B5EF4-FFF2-40B4-BE49-F238E27FC236}">
                <a16:creationId xmlns:a16="http://schemas.microsoft.com/office/drawing/2014/main" id="{FB4914CF-324C-7BF0-EF27-3A5A4070A301}"/>
              </a:ext>
            </a:extLst>
          </p:cNvPr>
          <p:cNvSpPr txBox="1"/>
          <p:nvPr/>
        </p:nvSpPr>
        <p:spPr>
          <a:xfrm>
            <a:off x="5358319" y="5520964"/>
            <a:ext cx="1853777"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Cupidata proident</a:t>
            </a:r>
          </a:p>
        </p:txBody>
      </p:sp>
      <p:sp>
        <p:nvSpPr>
          <p:cNvPr id="57" name="Rectangle: Rounded Corners 56">
            <a:extLst>
              <a:ext uri="{FF2B5EF4-FFF2-40B4-BE49-F238E27FC236}">
                <a16:creationId xmlns:a16="http://schemas.microsoft.com/office/drawing/2014/main" id="{3BC3D5D3-768C-123A-70F5-75EE883CE19A}"/>
              </a:ext>
            </a:extLst>
          </p:cNvPr>
          <p:cNvSpPr/>
          <p:nvPr/>
        </p:nvSpPr>
        <p:spPr>
          <a:xfrm>
            <a:off x="5120017" y="2359216"/>
            <a:ext cx="1445480" cy="424666"/>
          </a:xfrm>
          <a:prstGeom prst="roundRect">
            <a:avLst>
              <a:gd name="adj" fmla="val 50000"/>
            </a:avLst>
          </a:prstGeom>
          <a:solidFill>
            <a:schemeClr val="accent2"/>
          </a:solidFill>
          <a:ln>
            <a:no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ECDCFE32-EB1D-117A-0443-9B02377C36CF}"/>
              </a:ext>
            </a:extLst>
          </p:cNvPr>
          <p:cNvSpPr txBox="1"/>
          <p:nvPr/>
        </p:nvSpPr>
        <p:spPr>
          <a:xfrm>
            <a:off x="5376124" y="2428530"/>
            <a:ext cx="933269" cy="292388"/>
          </a:xfrm>
          <a:prstGeom prst="rect">
            <a:avLst/>
          </a:prstGeom>
          <a:noFill/>
        </p:spPr>
        <p:txBody>
          <a:bodyPr wrap="none" rtlCol="0">
            <a:spAutoFit/>
          </a:bodyPr>
          <a:lstStyle/>
          <a:p>
            <a:pPr algn="ctr"/>
            <a:r>
              <a:rPr lang="en-US" sz="1300" b="1">
                <a:solidFill>
                  <a:schemeClr val="bg2"/>
                </a:solidFill>
                <a:latin typeface="Epilogue" pitchFamily="2" charset="0"/>
                <a:cs typeface="Plus Jakarta Sans" pitchFamily="2" charset="0"/>
              </a:rPr>
              <a:t>Premium</a:t>
            </a:r>
          </a:p>
        </p:txBody>
      </p:sp>
      <p:sp>
        <p:nvSpPr>
          <p:cNvPr id="59" name="TextBox 58">
            <a:extLst>
              <a:ext uri="{FF2B5EF4-FFF2-40B4-BE49-F238E27FC236}">
                <a16:creationId xmlns:a16="http://schemas.microsoft.com/office/drawing/2014/main" id="{E63E9F8E-C8AA-95ED-C5E7-95A689D84551}"/>
              </a:ext>
            </a:extLst>
          </p:cNvPr>
          <p:cNvSpPr txBox="1"/>
          <p:nvPr/>
        </p:nvSpPr>
        <p:spPr>
          <a:xfrm>
            <a:off x="6422012" y="3429000"/>
            <a:ext cx="735622"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/year</a:t>
            </a:r>
          </a:p>
        </p:txBody>
      </p:sp>
      <p:sp>
        <p:nvSpPr>
          <p:cNvPr id="61" name="Rectangle: Rounded Corners 60">
            <a:extLst>
              <a:ext uri="{FF2B5EF4-FFF2-40B4-BE49-F238E27FC236}">
                <a16:creationId xmlns:a16="http://schemas.microsoft.com/office/drawing/2014/main" id="{F3142E2B-C5A3-CD9E-D56B-076B5D8A640E}"/>
              </a:ext>
            </a:extLst>
          </p:cNvPr>
          <p:cNvSpPr/>
          <p:nvPr/>
        </p:nvSpPr>
        <p:spPr>
          <a:xfrm>
            <a:off x="7847013" y="1924050"/>
            <a:ext cx="2822746" cy="4248150"/>
          </a:xfrm>
          <a:prstGeom prst="roundRect">
            <a:avLst>
              <a:gd name="adj" fmla="val 13238"/>
            </a:avLst>
          </a:prstGeom>
          <a:solidFill>
            <a:schemeClr val="bg2"/>
          </a:solidFill>
          <a:ln>
            <a:solidFill>
              <a:schemeClr val="accent3"/>
            </a:solidFill>
          </a:ln>
          <a:effectLst>
            <a:outerShdw blurRad="254000" dist="254000" dir="5400000" sx="95000" sy="95000" algn="t"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TextBox 61">
            <a:extLst>
              <a:ext uri="{FF2B5EF4-FFF2-40B4-BE49-F238E27FC236}">
                <a16:creationId xmlns:a16="http://schemas.microsoft.com/office/drawing/2014/main" id="{03B86214-22AE-11F1-CB30-793177BED203}"/>
              </a:ext>
            </a:extLst>
          </p:cNvPr>
          <p:cNvSpPr txBox="1"/>
          <p:nvPr/>
        </p:nvSpPr>
        <p:spPr>
          <a:xfrm>
            <a:off x="8282403" y="3079976"/>
            <a:ext cx="1430200" cy="769441"/>
          </a:xfrm>
          <a:prstGeom prst="rect">
            <a:avLst/>
          </a:prstGeom>
          <a:noFill/>
        </p:spPr>
        <p:txBody>
          <a:bodyPr wrap="none" rtlCol="0">
            <a:spAutoFit/>
          </a:bodyPr>
          <a:lstStyle/>
          <a:p>
            <a:r>
              <a:rPr lang="en-US" sz="4400" b="1" baseline="30000">
                <a:solidFill>
                  <a:schemeClr val="tx2"/>
                </a:solidFill>
                <a:latin typeface="Epilogue" pitchFamily="2" charset="0"/>
                <a:cs typeface="Plus Jakarta Sans ExtraBold" pitchFamily="2" charset="0"/>
              </a:rPr>
              <a:t>$</a:t>
            </a:r>
            <a:r>
              <a:rPr lang="en-US" sz="4400" b="1">
                <a:solidFill>
                  <a:schemeClr val="tx2"/>
                </a:solidFill>
                <a:latin typeface="Epilogue" pitchFamily="2" charset="0"/>
                <a:cs typeface="Plus Jakarta Sans ExtraBold" pitchFamily="2" charset="0"/>
              </a:rPr>
              <a:t>750</a:t>
            </a:r>
          </a:p>
        </p:txBody>
      </p:sp>
      <p:sp>
        <p:nvSpPr>
          <p:cNvPr id="63" name="Freeform: Shape 62">
            <a:extLst>
              <a:ext uri="{FF2B5EF4-FFF2-40B4-BE49-F238E27FC236}">
                <a16:creationId xmlns:a16="http://schemas.microsoft.com/office/drawing/2014/main" id="{1031FD23-845E-2524-8D13-C8A570A14149}"/>
              </a:ext>
            </a:extLst>
          </p:cNvPr>
          <p:cNvSpPr/>
          <p:nvPr/>
        </p:nvSpPr>
        <p:spPr>
          <a:xfrm>
            <a:off x="8282403" y="4137298"/>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64" name="TextBox 63">
            <a:extLst>
              <a:ext uri="{FF2B5EF4-FFF2-40B4-BE49-F238E27FC236}">
                <a16:creationId xmlns:a16="http://schemas.microsoft.com/office/drawing/2014/main" id="{EA2511EF-AE8D-67D3-17BE-8CC69E92DB6F}"/>
              </a:ext>
            </a:extLst>
          </p:cNvPr>
          <p:cNvSpPr txBox="1"/>
          <p:nvPr/>
        </p:nvSpPr>
        <p:spPr>
          <a:xfrm>
            <a:off x="8520706" y="4073319"/>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Sed ut perspiciatis</a:t>
            </a:r>
          </a:p>
        </p:txBody>
      </p:sp>
      <p:sp>
        <p:nvSpPr>
          <p:cNvPr id="65" name="Freeform: Shape 64">
            <a:extLst>
              <a:ext uri="{FF2B5EF4-FFF2-40B4-BE49-F238E27FC236}">
                <a16:creationId xmlns:a16="http://schemas.microsoft.com/office/drawing/2014/main" id="{9F1263D6-F063-5561-997B-15AEF1131D2F}"/>
              </a:ext>
            </a:extLst>
          </p:cNvPr>
          <p:cNvSpPr/>
          <p:nvPr/>
        </p:nvSpPr>
        <p:spPr>
          <a:xfrm>
            <a:off x="8282403" y="449920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66" name="TextBox 65">
            <a:extLst>
              <a:ext uri="{FF2B5EF4-FFF2-40B4-BE49-F238E27FC236}">
                <a16:creationId xmlns:a16="http://schemas.microsoft.com/office/drawing/2014/main" id="{66202F58-B017-E1B3-5A6D-2669BB062EC2}"/>
              </a:ext>
            </a:extLst>
          </p:cNvPr>
          <p:cNvSpPr txBox="1"/>
          <p:nvPr/>
        </p:nvSpPr>
        <p:spPr>
          <a:xfrm>
            <a:off x="8520705" y="4435230"/>
            <a:ext cx="1853779"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Duis aute irure nulla</a:t>
            </a:r>
          </a:p>
        </p:txBody>
      </p:sp>
      <p:sp>
        <p:nvSpPr>
          <p:cNvPr id="67" name="Freeform: Shape 66">
            <a:extLst>
              <a:ext uri="{FF2B5EF4-FFF2-40B4-BE49-F238E27FC236}">
                <a16:creationId xmlns:a16="http://schemas.microsoft.com/office/drawing/2014/main" id="{A2652B32-C7C6-BCE6-5D9C-1A9E3B9B8984}"/>
              </a:ext>
            </a:extLst>
          </p:cNvPr>
          <p:cNvSpPr/>
          <p:nvPr/>
        </p:nvSpPr>
        <p:spPr>
          <a:xfrm>
            <a:off x="8282403" y="486112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68" name="TextBox 67">
            <a:extLst>
              <a:ext uri="{FF2B5EF4-FFF2-40B4-BE49-F238E27FC236}">
                <a16:creationId xmlns:a16="http://schemas.microsoft.com/office/drawing/2014/main" id="{1E672C12-7CF6-0CD3-1A41-B4D77AF157C7}"/>
              </a:ext>
            </a:extLst>
          </p:cNvPr>
          <p:cNvSpPr txBox="1"/>
          <p:nvPr/>
        </p:nvSpPr>
        <p:spPr>
          <a:xfrm>
            <a:off x="8520707" y="4797141"/>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Reprehendet volup</a:t>
            </a:r>
          </a:p>
        </p:txBody>
      </p:sp>
      <p:sp>
        <p:nvSpPr>
          <p:cNvPr id="69" name="Freeform: Shape 68">
            <a:extLst>
              <a:ext uri="{FF2B5EF4-FFF2-40B4-BE49-F238E27FC236}">
                <a16:creationId xmlns:a16="http://schemas.microsoft.com/office/drawing/2014/main" id="{9A5BDC89-0A7E-3F68-E391-6FB2FA5973BF}"/>
              </a:ext>
            </a:extLst>
          </p:cNvPr>
          <p:cNvSpPr/>
          <p:nvPr/>
        </p:nvSpPr>
        <p:spPr>
          <a:xfrm>
            <a:off x="8282403" y="5223031"/>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70" name="TextBox 69">
            <a:extLst>
              <a:ext uri="{FF2B5EF4-FFF2-40B4-BE49-F238E27FC236}">
                <a16:creationId xmlns:a16="http://schemas.microsoft.com/office/drawing/2014/main" id="{F08A9542-9A9E-2AF7-1C2B-77227B82DB96}"/>
              </a:ext>
            </a:extLst>
          </p:cNvPr>
          <p:cNvSpPr txBox="1"/>
          <p:nvPr/>
        </p:nvSpPr>
        <p:spPr>
          <a:xfrm>
            <a:off x="8520706" y="5159052"/>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Sint occaecat cupid</a:t>
            </a:r>
          </a:p>
        </p:txBody>
      </p:sp>
      <p:sp>
        <p:nvSpPr>
          <p:cNvPr id="71" name="Freeform: Shape 70">
            <a:extLst>
              <a:ext uri="{FF2B5EF4-FFF2-40B4-BE49-F238E27FC236}">
                <a16:creationId xmlns:a16="http://schemas.microsoft.com/office/drawing/2014/main" id="{4CF59456-EF72-0888-F96E-1BE946E875BD}"/>
              </a:ext>
            </a:extLst>
          </p:cNvPr>
          <p:cNvSpPr/>
          <p:nvPr/>
        </p:nvSpPr>
        <p:spPr>
          <a:xfrm>
            <a:off x="8282403" y="5584943"/>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72" name="TextBox 71">
            <a:extLst>
              <a:ext uri="{FF2B5EF4-FFF2-40B4-BE49-F238E27FC236}">
                <a16:creationId xmlns:a16="http://schemas.microsoft.com/office/drawing/2014/main" id="{7B64A175-A723-5019-2197-056C829AD329}"/>
              </a:ext>
            </a:extLst>
          </p:cNvPr>
          <p:cNvSpPr txBox="1"/>
          <p:nvPr/>
        </p:nvSpPr>
        <p:spPr>
          <a:xfrm>
            <a:off x="8520705" y="5520964"/>
            <a:ext cx="1853777"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Cupidata proident</a:t>
            </a:r>
          </a:p>
        </p:txBody>
      </p:sp>
      <p:sp>
        <p:nvSpPr>
          <p:cNvPr id="73" name="Rectangle: Rounded Corners 72">
            <a:extLst>
              <a:ext uri="{FF2B5EF4-FFF2-40B4-BE49-F238E27FC236}">
                <a16:creationId xmlns:a16="http://schemas.microsoft.com/office/drawing/2014/main" id="{6559FE7A-3053-CF9C-D01D-69BF5F8D876C}"/>
              </a:ext>
            </a:extLst>
          </p:cNvPr>
          <p:cNvSpPr/>
          <p:nvPr/>
        </p:nvSpPr>
        <p:spPr>
          <a:xfrm>
            <a:off x="8282403" y="2359216"/>
            <a:ext cx="1445480" cy="424666"/>
          </a:xfrm>
          <a:prstGeom prst="roundRect">
            <a:avLst>
              <a:gd name="adj" fmla="val 50000"/>
            </a:avLst>
          </a:prstGeom>
          <a:solidFill>
            <a:schemeClr val="accent3"/>
          </a:solidFill>
          <a:ln>
            <a:noFill/>
          </a:ln>
          <a:effectLst>
            <a:outerShdw blurRad="254000" dist="254000" dir="5400000" sx="95000" sy="95000" algn="t"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CCD4758C-79F4-F67A-C4B4-8E833012CEE6}"/>
              </a:ext>
            </a:extLst>
          </p:cNvPr>
          <p:cNvSpPr txBox="1"/>
          <p:nvPr/>
        </p:nvSpPr>
        <p:spPr>
          <a:xfrm>
            <a:off x="8539312" y="2428530"/>
            <a:ext cx="931665" cy="292388"/>
          </a:xfrm>
          <a:prstGeom prst="rect">
            <a:avLst/>
          </a:prstGeom>
          <a:noFill/>
        </p:spPr>
        <p:txBody>
          <a:bodyPr wrap="none" rtlCol="0">
            <a:spAutoFit/>
          </a:bodyPr>
          <a:lstStyle/>
          <a:p>
            <a:pPr algn="ctr"/>
            <a:r>
              <a:rPr lang="en-US" sz="1300" b="1">
                <a:solidFill>
                  <a:schemeClr val="bg2"/>
                </a:solidFill>
                <a:latin typeface="Epilogue" pitchFamily="2" charset="0"/>
                <a:cs typeface="Plus Jakarta Sans" pitchFamily="2" charset="0"/>
              </a:rPr>
              <a:t>Platinum</a:t>
            </a:r>
          </a:p>
        </p:txBody>
      </p:sp>
      <p:sp>
        <p:nvSpPr>
          <p:cNvPr id="75" name="TextBox 74">
            <a:extLst>
              <a:ext uri="{FF2B5EF4-FFF2-40B4-BE49-F238E27FC236}">
                <a16:creationId xmlns:a16="http://schemas.microsoft.com/office/drawing/2014/main" id="{ABF164C2-E5B4-0A69-1B72-2C5BE32EC8EB}"/>
              </a:ext>
            </a:extLst>
          </p:cNvPr>
          <p:cNvSpPr txBox="1"/>
          <p:nvPr/>
        </p:nvSpPr>
        <p:spPr>
          <a:xfrm>
            <a:off x="9584398" y="3429000"/>
            <a:ext cx="735622"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/year</a:t>
            </a:r>
          </a:p>
        </p:txBody>
      </p:sp>
      <p:sp>
        <p:nvSpPr>
          <p:cNvPr id="80" name="Freeform: Shape 79">
            <a:extLst>
              <a:ext uri="{FF2B5EF4-FFF2-40B4-BE49-F238E27FC236}">
                <a16:creationId xmlns:a16="http://schemas.microsoft.com/office/drawing/2014/main" id="{25A69B8E-81E4-FF20-89C6-4A61C5835658}"/>
              </a:ext>
            </a:extLst>
          </p:cNvPr>
          <p:cNvSpPr/>
          <p:nvPr/>
        </p:nvSpPr>
        <p:spPr>
          <a:xfrm>
            <a:off x="9727883" y="1176664"/>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4D49ED27-DD56-0599-CBCF-40CC66A4CDB1}"/>
              </a:ext>
            </a:extLst>
          </p:cNvPr>
          <p:cNvSpPr/>
          <p:nvPr/>
        </p:nvSpPr>
        <p:spPr>
          <a:xfrm>
            <a:off x="802924" y="5520964"/>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35754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0" name="Graphic 21">
            <a:extLst>
              <a:ext uri="{FF2B5EF4-FFF2-40B4-BE49-F238E27FC236}">
                <a16:creationId xmlns:a16="http://schemas.microsoft.com/office/drawing/2014/main" id="{A8B7E0A5-5D4B-5FDB-2262-AD1A180CA203}"/>
              </a:ext>
            </a:extLst>
          </p:cNvPr>
          <p:cNvSpPr/>
          <p:nvPr/>
        </p:nvSpPr>
        <p:spPr>
          <a:xfrm rot="10800000">
            <a:off x="3428532" y="601121"/>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8" name="Graphic 15">
            <a:extLst>
              <a:ext uri="{FF2B5EF4-FFF2-40B4-BE49-F238E27FC236}">
                <a16:creationId xmlns:a16="http://schemas.microsoft.com/office/drawing/2014/main" id="{3B54A998-4004-D3ED-E46A-209FBB9BD0FF}"/>
              </a:ext>
            </a:extLst>
          </p:cNvPr>
          <p:cNvSpPr/>
          <p:nvPr/>
        </p:nvSpPr>
        <p:spPr>
          <a:xfrm>
            <a:off x="2187711" y="3406400"/>
            <a:ext cx="1848326" cy="1848326"/>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39" name="Graphic 24">
            <a:extLst>
              <a:ext uri="{FF2B5EF4-FFF2-40B4-BE49-F238E27FC236}">
                <a16:creationId xmlns:a16="http://schemas.microsoft.com/office/drawing/2014/main" id="{568A99BF-2695-9F6C-3575-179C445184D9}"/>
              </a:ext>
            </a:extLst>
          </p:cNvPr>
          <p:cNvSpPr/>
          <p:nvPr/>
        </p:nvSpPr>
        <p:spPr>
          <a:xfrm>
            <a:off x="8131410" y="4020757"/>
            <a:ext cx="2232198" cy="2232198"/>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 name="TextBox 3">
            <a:extLst>
              <a:ext uri="{FF2B5EF4-FFF2-40B4-BE49-F238E27FC236}">
                <a16:creationId xmlns:a16="http://schemas.microsoft.com/office/drawing/2014/main" id="{2E688602-3B3E-8518-AC0A-C862E739A535}"/>
              </a:ext>
            </a:extLst>
          </p:cNvPr>
          <p:cNvSpPr txBox="1"/>
          <p:nvPr/>
        </p:nvSpPr>
        <p:spPr>
          <a:xfrm>
            <a:off x="2692400" y="1634397"/>
            <a:ext cx="6807200" cy="663323"/>
          </a:xfrm>
          <a:prstGeom prst="rect">
            <a:avLst/>
          </a:prstGeom>
          <a:noFill/>
        </p:spPr>
        <p:txBody>
          <a:bodyPr wrap="square" rtlCol="0">
            <a:spAutoFit/>
          </a:bodyPr>
          <a:lstStyle/>
          <a:p>
            <a:pPr algn="ctr">
              <a:lnSpc>
                <a:spcPct val="150000"/>
              </a:lnSpc>
            </a:pPr>
            <a:r>
              <a:rPr lang="en-US" sz="1300">
                <a:solidFill>
                  <a:schemeClr val="tx2"/>
                </a:solidFill>
                <a:latin typeface="Epilogue" pitchFamily="2" charset="0"/>
              </a:rPr>
              <a:t>At vero eos et accusamus et iusto odio dignissimos ducimus qui blanditiis praesentium volup tatum deleniti atque corrupti quos dolores et quas molestias.</a:t>
            </a:r>
            <a:endParaRPr lang="en-US" sz="1300" b="0" dirty="0">
              <a:solidFill>
                <a:schemeClr val="tx2"/>
              </a:solidFill>
              <a:effectLst/>
              <a:latin typeface="Epilogue" pitchFamily="2" charset="0"/>
            </a:endParaRPr>
          </a:p>
        </p:txBody>
      </p:sp>
      <p:sp>
        <p:nvSpPr>
          <p:cNvPr id="5" name="Rectangle: Top Corners Rounded 4">
            <a:extLst>
              <a:ext uri="{FF2B5EF4-FFF2-40B4-BE49-F238E27FC236}">
                <a16:creationId xmlns:a16="http://schemas.microsoft.com/office/drawing/2014/main" id="{43D2DD1C-07A5-8AB4-5D26-37C2D6C9DD0F}"/>
              </a:ext>
            </a:extLst>
          </p:cNvPr>
          <p:cNvSpPr/>
          <p:nvPr/>
        </p:nvSpPr>
        <p:spPr>
          <a:xfrm>
            <a:off x="3103435" y="2864831"/>
            <a:ext cx="2822746" cy="4248150"/>
          </a:xfrm>
          <a:prstGeom prst="round2SameRect">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TextBox 5">
            <a:extLst>
              <a:ext uri="{FF2B5EF4-FFF2-40B4-BE49-F238E27FC236}">
                <a16:creationId xmlns:a16="http://schemas.microsoft.com/office/drawing/2014/main" id="{60A5269B-DFF4-6CE9-2F2F-546C7BDE31EE}"/>
              </a:ext>
            </a:extLst>
          </p:cNvPr>
          <p:cNvSpPr txBox="1"/>
          <p:nvPr/>
        </p:nvSpPr>
        <p:spPr>
          <a:xfrm>
            <a:off x="3538825" y="4020757"/>
            <a:ext cx="1430200" cy="769441"/>
          </a:xfrm>
          <a:prstGeom prst="rect">
            <a:avLst/>
          </a:prstGeom>
          <a:noFill/>
        </p:spPr>
        <p:txBody>
          <a:bodyPr wrap="none" rtlCol="0">
            <a:spAutoFit/>
          </a:bodyPr>
          <a:lstStyle/>
          <a:p>
            <a:r>
              <a:rPr lang="en-US" sz="4400" b="1" baseline="30000">
                <a:solidFill>
                  <a:schemeClr val="tx2"/>
                </a:solidFill>
                <a:latin typeface="Epilogue" pitchFamily="2" charset="0"/>
                <a:cs typeface="Plus Jakarta Sans ExtraBold" pitchFamily="2" charset="0"/>
              </a:rPr>
              <a:t>$</a:t>
            </a:r>
            <a:r>
              <a:rPr lang="en-US" sz="4400" b="1">
                <a:solidFill>
                  <a:schemeClr val="tx2"/>
                </a:solidFill>
                <a:latin typeface="Epilogue" pitchFamily="2" charset="0"/>
                <a:cs typeface="Plus Jakarta Sans ExtraBold" pitchFamily="2" charset="0"/>
              </a:rPr>
              <a:t>250</a:t>
            </a:r>
          </a:p>
        </p:txBody>
      </p:sp>
      <p:sp>
        <p:nvSpPr>
          <p:cNvPr id="7" name="Freeform: Shape 6">
            <a:extLst>
              <a:ext uri="{FF2B5EF4-FFF2-40B4-BE49-F238E27FC236}">
                <a16:creationId xmlns:a16="http://schemas.microsoft.com/office/drawing/2014/main" id="{1F1B1EA7-F7E7-8AB5-1372-C53A20A1305E}"/>
              </a:ext>
            </a:extLst>
          </p:cNvPr>
          <p:cNvSpPr/>
          <p:nvPr/>
        </p:nvSpPr>
        <p:spPr>
          <a:xfrm>
            <a:off x="3538825" y="507807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8" name="TextBox 7">
            <a:extLst>
              <a:ext uri="{FF2B5EF4-FFF2-40B4-BE49-F238E27FC236}">
                <a16:creationId xmlns:a16="http://schemas.microsoft.com/office/drawing/2014/main" id="{50165B16-14A5-E991-3813-81C72D74BD7E}"/>
              </a:ext>
            </a:extLst>
          </p:cNvPr>
          <p:cNvSpPr txBox="1"/>
          <p:nvPr/>
        </p:nvSpPr>
        <p:spPr>
          <a:xfrm>
            <a:off x="3777128" y="5014100"/>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Sed ut perspiciatis</a:t>
            </a:r>
          </a:p>
        </p:txBody>
      </p:sp>
      <p:sp>
        <p:nvSpPr>
          <p:cNvPr id="9" name="Freeform: Shape 8">
            <a:extLst>
              <a:ext uri="{FF2B5EF4-FFF2-40B4-BE49-F238E27FC236}">
                <a16:creationId xmlns:a16="http://schemas.microsoft.com/office/drawing/2014/main" id="{FCC1EEAD-D4BC-A53F-8D93-40A809306D65}"/>
              </a:ext>
            </a:extLst>
          </p:cNvPr>
          <p:cNvSpPr/>
          <p:nvPr/>
        </p:nvSpPr>
        <p:spPr>
          <a:xfrm>
            <a:off x="3538825" y="543999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0" name="TextBox 9">
            <a:extLst>
              <a:ext uri="{FF2B5EF4-FFF2-40B4-BE49-F238E27FC236}">
                <a16:creationId xmlns:a16="http://schemas.microsoft.com/office/drawing/2014/main" id="{09C5F709-9C31-A103-2A6C-A51CACD7AB77}"/>
              </a:ext>
            </a:extLst>
          </p:cNvPr>
          <p:cNvSpPr txBox="1"/>
          <p:nvPr/>
        </p:nvSpPr>
        <p:spPr>
          <a:xfrm>
            <a:off x="3777127" y="5376011"/>
            <a:ext cx="1853779"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Duis aute irure nulla</a:t>
            </a:r>
          </a:p>
        </p:txBody>
      </p:sp>
      <p:sp>
        <p:nvSpPr>
          <p:cNvPr id="11" name="Freeform: Shape 10">
            <a:extLst>
              <a:ext uri="{FF2B5EF4-FFF2-40B4-BE49-F238E27FC236}">
                <a16:creationId xmlns:a16="http://schemas.microsoft.com/office/drawing/2014/main" id="{7C0920D6-6527-E216-A1C0-AF9E4C1EB9C0}"/>
              </a:ext>
            </a:extLst>
          </p:cNvPr>
          <p:cNvSpPr/>
          <p:nvPr/>
        </p:nvSpPr>
        <p:spPr>
          <a:xfrm>
            <a:off x="3538825" y="5801901"/>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2" name="TextBox 11">
            <a:extLst>
              <a:ext uri="{FF2B5EF4-FFF2-40B4-BE49-F238E27FC236}">
                <a16:creationId xmlns:a16="http://schemas.microsoft.com/office/drawing/2014/main" id="{B7B9B3C0-2266-D56F-0B5E-E0AA37B588C7}"/>
              </a:ext>
            </a:extLst>
          </p:cNvPr>
          <p:cNvSpPr txBox="1"/>
          <p:nvPr/>
        </p:nvSpPr>
        <p:spPr>
          <a:xfrm>
            <a:off x="3777129" y="5737922"/>
            <a:ext cx="1853778"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Reprehendet volup</a:t>
            </a:r>
          </a:p>
        </p:txBody>
      </p:sp>
      <p:sp>
        <p:nvSpPr>
          <p:cNvPr id="13" name="Freeform: Shape 12">
            <a:extLst>
              <a:ext uri="{FF2B5EF4-FFF2-40B4-BE49-F238E27FC236}">
                <a16:creationId xmlns:a16="http://schemas.microsoft.com/office/drawing/2014/main" id="{04A3E37F-ADCD-559C-A64F-92115ACD73B9}"/>
              </a:ext>
            </a:extLst>
          </p:cNvPr>
          <p:cNvSpPr/>
          <p:nvPr/>
        </p:nvSpPr>
        <p:spPr>
          <a:xfrm>
            <a:off x="3538825" y="6163812"/>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4" name="TextBox 13">
            <a:extLst>
              <a:ext uri="{FF2B5EF4-FFF2-40B4-BE49-F238E27FC236}">
                <a16:creationId xmlns:a16="http://schemas.microsoft.com/office/drawing/2014/main" id="{F1130763-5216-A675-06CA-19B70E898524}"/>
              </a:ext>
            </a:extLst>
          </p:cNvPr>
          <p:cNvSpPr txBox="1"/>
          <p:nvPr/>
        </p:nvSpPr>
        <p:spPr>
          <a:xfrm>
            <a:off x="3777128" y="6099833"/>
            <a:ext cx="1853778"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Sint occaecat cupid</a:t>
            </a:r>
          </a:p>
        </p:txBody>
      </p:sp>
      <p:sp>
        <p:nvSpPr>
          <p:cNvPr id="15" name="Freeform: Shape 14">
            <a:extLst>
              <a:ext uri="{FF2B5EF4-FFF2-40B4-BE49-F238E27FC236}">
                <a16:creationId xmlns:a16="http://schemas.microsoft.com/office/drawing/2014/main" id="{A779FE08-1720-FEC6-CF1A-8DC0BEDF6A11}"/>
              </a:ext>
            </a:extLst>
          </p:cNvPr>
          <p:cNvSpPr/>
          <p:nvPr/>
        </p:nvSpPr>
        <p:spPr>
          <a:xfrm>
            <a:off x="3538825" y="6525724"/>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16" name="TextBox 15">
            <a:extLst>
              <a:ext uri="{FF2B5EF4-FFF2-40B4-BE49-F238E27FC236}">
                <a16:creationId xmlns:a16="http://schemas.microsoft.com/office/drawing/2014/main" id="{59AEA989-3BFC-56AF-5A7B-79B9B703A3F4}"/>
              </a:ext>
            </a:extLst>
          </p:cNvPr>
          <p:cNvSpPr txBox="1"/>
          <p:nvPr/>
        </p:nvSpPr>
        <p:spPr>
          <a:xfrm>
            <a:off x="3777127" y="6461745"/>
            <a:ext cx="1853777"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Cupidata proident</a:t>
            </a:r>
          </a:p>
        </p:txBody>
      </p:sp>
      <p:sp>
        <p:nvSpPr>
          <p:cNvPr id="17" name="Rectangle: Rounded Corners 16">
            <a:extLst>
              <a:ext uri="{FF2B5EF4-FFF2-40B4-BE49-F238E27FC236}">
                <a16:creationId xmlns:a16="http://schemas.microsoft.com/office/drawing/2014/main" id="{0C210A92-41E0-9578-942C-D2EA584F71CE}"/>
              </a:ext>
            </a:extLst>
          </p:cNvPr>
          <p:cNvSpPr/>
          <p:nvPr/>
        </p:nvSpPr>
        <p:spPr>
          <a:xfrm>
            <a:off x="3538825" y="3299997"/>
            <a:ext cx="1445480" cy="424666"/>
          </a:xfrm>
          <a:prstGeom prst="roundRect">
            <a:avLst>
              <a:gd name="adj" fmla="val 50000"/>
            </a:avLst>
          </a:prstGeom>
          <a:ln>
            <a:no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6AF8653-7077-7905-1801-D6CF6F2ED8ED}"/>
              </a:ext>
            </a:extLst>
          </p:cNvPr>
          <p:cNvSpPr txBox="1"/>
          <p:nvPr/>
        </p:nvSpPr>
        <p:spPr>
          <a:xfrm>
            <a:off x="3762871" y="3369311"/>
            <a:ext cx="997389" cy="292388"/>
          </a:xfrm>
          <a:prstGeom prst="rect">
            <a:avLst/>
          </a:prstGeom>
          <a:noFill/>
        </p:spPr>
        <p:txBody>
          <a:bodyPr wrap="none" rtlCol="0">
            <a:spAutoFit/>
          </a:bodyPr>
          <a:lstStyle/>
          <a:p>
            <a:pPr algn="ctr"/>
            <a:r>
              <a:rPr lang="en-US" sz="1300" b="1">
                <a:solidFill>
                  <a:schemeClr val="bg2"/>
                </a:solidFill>
                <a:latin typeface="Epilogue" pitchFamily="2" charset="0"/>
                <a:cs typeface="Plus Jakarta Sans" pitchFamily="2" charset="0"/>
              </a:rPr>
              <a:t>Individual</a:t>
            </a:r>
          </a:p>
        </p:txBody>
      </p:sp>
      <p:sp>
        <p:nvSpPr>
          <p:cNvPr id="19" name="TextBox 18">
            <a:extLst>
              <a:ext uri="{FF2B5EF4-FFF2-40B4-BE49-F238E27FC236}">
                <a16:creationId xmlns:a16="http://schemas.microsoft.com/office/drawing/2014/main" id="{F1D5BFED-BA0D-2EE5-041D-36B621DD9F16}"/>
              </a:ext>
            </a:extLst>
          </p:cNvPr>
          <p:cNvSpPr txBox="1"/>
          <p:nvPr/>
        </p:nvSpPr>
        <p:spPr>
          <a:xfrm>
            <a:off x="4840820" y="4369781"/>
            <a:ext cx="735622"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/year</a:t>
            </a:r>
          </a:p>
        </p:txBody>
      </p:sp>
      <p:sp>
        <p:nvSpPr>
          <p:cNvPr id="20" name="Rectangle: Top Corners Rounded 19">
            <a:extLst>
              <a:ext uri="{FF2B5EF4-FFF2-40B4-BE49-F238E27FC236}">
                <a16:creationId xmlns:a16="http://schemas.microsoft.com/office/drawing/2014/main" id="{50E9BC92-BBA7-80CF-E326-0E27D3EBC3CC}"/>
              </a:ext>
            </a:extLst>
          </p:cNvPr>
          <p:cNvSpPr/>
          <p:nvPr/>
        </p:nvSpPr>
        <p:spPr>
          <a:xfrm>
            <a:off x="6265820" y="2864831"/>
            <a:ext cx="2822746" cy="4248150"/>
          </a:xfrm>
          <a:prstGeom prst="round2SameRect">
            <a:avLst/>
          </a:prstGeom>
          <a:solidFill>
            <a:schemeClr val="bg2"/>
          </a:solidFill>
          <a:ln>
            <a:solidFill>
              <a:schemeClr val="accent2"/>
            </a:solid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1" name="TextBox 20">
            <a:extLst>
              <a:ext uri="{FF2B5EF4-FFF2-40B4-BE49-F238E27FC236}">
                <a16:creationId xmlns:a16="http://schemas.microsoft.com/office/drawing/2014/main" id="{8C6745FE-3ADA-DB10-E4FC-AD3D81E7A3A2}"/>
              </a:ext>
            </a:extLst>
          </p:cNvPr>
          <p:cNvSpPr txBox="1"/>
          <p:nvPr/>
        </p:nvSpPr>
        <p:spPr>
          <a:xfrm>
            <a:off x="6701210" y="4020757"/>
            <a:ext cx="1430200" cy="769441"/>
          </a:xfrm>
          <a:prstGeom prst="rect">
            <a:avLst/>
          </a:prstGeom>
          <a:noFill/>
        </p:spPr>
        <p:txBody>
          <a:bodyPr wrap="none" rtlCol="0">
            <a:spAutoFit/>
          </a:bodyPr>
          <a:lstStyle/>
          <a:p>
            <a:r>
              <a:rPr lang="en-US" sz="4400" b="1" baseline="30000">
                <a:solidFill>
                  <a:schemeClr val="tx2"/>
                </a:solidFill>
                <a:latin typeface="Epilogue" pitchFamily="2" charset="0"/>
                <a:cs typeface="Plus Jakarta Sans ExtraBold" pitchFamily="2" charset="0"/>
              </a:rPr>
              <a:t>$</a:t>
            </a:r>
            <a:r>
              <a:rPr lang="en-US" sz="4400" b="1">
                <a:solidFill>
                  <a:schemeClr val="tx2"/>
                </a:solidFill>
                <a:latin typeface="Epilogue" pitchFamily="2" charset="0"/>
                <a:cs typeface="Plus Jakarta Sans ExtraBold" pitchFamily="2" charset="0"/>
              </a:rPr>
              <a:t>450</a:t>
            </a:r>
          </a:p>
        </p:txBody>
      </p:sp>
      <p:sp>
        <p:nvSpPr>
          <p:cNvPr id="22" name="Freeform: Shape 21">
            <a:extLst>
              <a:ext uri="{FF2B5EF4-FFF2-40B4-BE49-F238E27FC236}">
                <a16:creationId xmlns:a16="http://schemas.microsoft.com/office/drawing/2014/main" id="{699E061F-6126-85BC-8E09-CC150261E5ED}"/>
              </a:ext>
            </a:extLst>
          </p:cNvPr>
          <p:cNvSpPr/>
          <p:nvPr/>
        </p:nvSpPr>
        <p:spPr>
          <a:xfrm>
            <a:off x="6701210" y="507807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23" name="TextBox 22">
            <a:extLst>
              <a:ext uri="{FF2B5EF4-FFF2-40B4-BE49-F238E27FC236}">
                <a16:creationId xmlns:a16="http://schemas.microsoft.com/office/drawing/2014/main" id="{A37287A7-D189-5D02-0C7B-F397A1D21EE7}"/>
              </a:ext>
            </a:extLst>
          </p:cNvPr>
          <p:cNvSpPr txBox="1"/>
          <p:nvPr/>
        </p:nvSpPr>
        <p:spPr>
          <a:xfrm>
            <a:off x="6939513" y="5014100"/>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Sed ut perspiciatis</a:t>
            </a:r>
          </a:p>
        </p:txBody>
      </p:sp>
      <p:sp>
        <p:nvSpPr>
          <p:cNvPr id="24" name="Freeform: Shape 23">
            <a:extLst>
              <a:ext uri="{FF2B5EF4-FFF2-40B4-BE49-F238E27FC236}">
                <a16:creationId xmlns:a16="http://schemas.microsoft.com/office/drawing/2014/main" id="{70FEFD6D-788A-0E98-1982-042B02C0A6BC}"/>
              </a:ext>
            </a:extLst>
          </p:cNvPr>
          <p:cNvSpPr/>
          <p:nvPr/>
        </p:nvSpPr>
        <p:spPr>
          <a:xfrm>
            <a:off x="6701210" y="543999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25" name="TextBox 24">
            <a:extLst>
              <a:ext uri="{FF2B5EF4-FFF2-40B4-BE49-F238E27FC236}">
                <a16:creationId xmlns:a16="http://schemas.microsoft.com/office/drawing/2014/main" id="{F80383F0-1FAD-E837-3180-4FBD48920D1F}"/>
              </a:ext>
            </a:extLst>
          </p:cNvPr>
          <p:cNvSpPr txBox="1"/>
          <p:nvPr/>
        </p:nvSpPr>
        <p:spPr>
          <a:xfrm>
            <a:off x="6939512" y="5376011"/>
            <a:ext cx="1853779"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Duis aute irure nulla</a:t>
            </a:r>
          </a:p>
        </p:txBody>
      </p:sp>
      <p:sp>
        <p:nvSpPr>
          <p:cNvPr id="26" name="Freeform: Shape 25">
            <a:extLst>
              <a:ext uri="{FF2B5EF4-FFF2-40B4-BE49-F238E27FC236}">
                <a16:creationId xmlns:a16="http://schemas.microsoft.com/office/drawing/2014/main" id="{B55AA088-EDA9-2D49-AC98-1DF1C094FB77}"/>
              </a:ext>
            </a:extLst>
          </p:cNvPr>
          <p:cNvSpPr/>
          <p:nvPr/>
        </p:nvSpPr>
        <p:spPr>
          <a:xfrm>
            <a:off x="6701210" y="5801901"/>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27" name="TextBox 26">
            <a:extLst>
              <a:ext uri="{FF2B5EF4-FFF2-40B4-BE49-F238E27FC236}">
                <a16:creationId xmlns:a16="http://schemas.microsoft.com/office/drawing/2014/main" id="{37EFEF3E-10BA-9118-3BD5-81FE66FA0493}"/>
              </a:ext>
            </a:extLst>
          </p:cNvPr>
          <p:cNvSpPr txBox="1"/>
          <p:nvPr/>
        </p:nvSpPr>
        <p:spPr>
          <a:xfrm>
            <a:off x="6939514" y="5737922"/>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Reprehendet volup</a:t>
            </a:r>
          </a:p>
        </p:txBody>
      </p:sp>
      <p:sp>
        <p:nvSpPr>
          <p:cNvPr id="28" name="Freeform: Shape 27">
            <a:extLst>
              <a:ext uri="{FF2B5EF4-FFF2-40B4-BE49-F238E27FC236}">
                <a16:creationId xmlns:a16="http://schemas.microsoft.com/office/drawing/2014/main" id="{DAB31448-0164-467B-FEBE-005DFBC7ECB7}"/>
              </a:ext>
            </a:extLst>
          </p:cNvPr>
          <p:cNvSpPr/>
          <p:nvPr/>
        </p:nvSpPr>
        <p:spPr>
          <a:xfrm>
            <a:off x="6701210" y="6163812"/>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29" name="TextBox 28">
            <a:extLst>
              <a:ext uri="{FF2B5EF4-FFF2-40B4-BE49-F238E27FC236}">
                <a16:creationId xmlns:a16="http://schemas.microsoft.com/office/drawing/2014/main" id="{77305DEF-FE09-635A-2955-332AC9768184}"/>
              </a:ext>
            </a:extLst>
          </p:cNvPr>
          <p:cNvSpPr txBox="1"/>
          <p:nvPr/>
        </p:nvSpPr>
        <p:spPr>
          <a:xfrm>
            <a:off x="6939513" y="6099833"/>
            <a:ext cx="1853778"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Sint occaecat cupid</a:t>
            </a:r>
          </a:p>
        </p:txBody>
      </p:sp>
      <p:sp>
        <p:nvSpPr>
          <p:cNvPr id="30" name="Freeform: Shape 29">
            <a:extLst>
              <a:ext uri="{FF2B5EF4-FFF2-40B4-BE49-F238E27FC236}">
                <a16:creationId xmlns:a16="http://schemas.microsoft.com/office/drawing/2014/main" id="{19834F52-7C8B-8221-2905-8B9BC5A41614}"/>
              </a:ext>
            </a:extLst>
          </p:cNvPr>
          <p:cNvSpPr/>
          <p:nvPr/>
        </p:nvSpPr>
        <p:spPr>
          <a:xfrm>
            <a:off x="6701210" y="6525724"/>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Epilogue" pitchFamily="2" charset="0"/>
              <a:cs typeface="Plus Jakarta Sans" pitchFamily="2" charset="0"/>
            </a:endParaRPr>
          </a:p>
        </p:txBody>
      </p:sp>
      <p:sp>
        <p:nvSpPr>
          <p:cNvPr id="31" name="TextBox 30">
            <a:extLst>
              <a:ext uri="{FF2B5EF4-FFF2-40B4-BE49-F238E27FC236}">
                <a16:creationId xmlns:a16="http://schemas.microsoft.com/office/drawing/2014/main" id="{AF7073EF-52FA-EBFB-BD5B-05ACF61FF55A}"/>
              </a:ext>
            </a:extLst>
          </p:cNvPr>
          <p:cNvSpPr txBox="1"/>
          <p:nvPr/>
        </p:nvSpPr>
        <p:spPr>
          <a:xfrm>
            <a:off x="6939512" y="6461745"/>
            <a:ext cx="1853777" cy="292388"/>
          </a:xfrm>
          <a:prstGeom prst="rect">
            <a:avLst/>
          </a:prstGeom>
          <a:noFill/>
        </p:spPr>
        <p:txBody>
          <a:bodyPr wrap="square" rtlCol="0">
            <a:spAutoFit/>
          </a:bodyPr>
          <a:lstStyle/>
          <a:p>
            <a:r>
              <a:rPr lang="en-US" sz="1300">
                <a:solidFill>
                  <a:schemeClr val="tx2">
                    <a:alpha val="30000"/>
                  </a:schemeClr>
                </a:solidFill>
                <a:latin typeface="Epilogue" pitchFamily="2" charset="0"/>
                <a:cs typeface="Plus Jakarta Sans" pitchFamily="2" charset="0"/>
              </a:rPr>
              <a:t>Cupidata proident</a:t>
            </a:r>
          </a:p>
        </p:txBody>
      </p:sp>
      <p:sp>
        <p:nvSpPr>
          <p:cNvPr id="32" name="Rectangle: Rounded Corners 31">
            <a:extLst>
              <a:ext uri="{FF2B5EF4-FFF2-40B4-BE49-F238E27FC236}">
                <a16:creationId xmlns:a16="http://schemas.microsoft.com/office/drawing/2014/main" id="{D3B24553-1DDF-48CA-44F6-96A1B38B3A3E}"/>
              </a:ext>
            </a:extLst>
          </p:cNvPr>
          <p:cNvSpPr/>
          <p:nvPr/>
        </p:nvSpPr>
        <p:spPr>
          <a:xfrm>
            <a:off x="6701210" y="3299997"/>
            <a:ext cx="1445480" cy="424666"/>
          </a:xfrm>
          <a:prstGeom prst="roundRect">
            <a:avLst>
              <a:gd name="adj" fmla="val 50000"/>
            </a:avLst>
          </a:prstGeom>
          <a:solidFill>
            <a:schemeClr val="accent2"/>
          </a:solidFill>
          <a:ln>
            <a:noFill/>
          </a:ln>
          <a:effectLst>
            <a:outerShdw blurRad="254000" dist="254000" dir="5400000" sx="95000" sy="95000" algn="t"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9337798F-69EA-DBA0-FFD2-5394F6D85C2F}"/>
              </a:ext>
            </a:extLst>
          </p:cNvPr>
          <p:cNvSpPr txBox="1"/>
          <p:nvPr/>
        </p:nvSpPr>
        <p:spPr>
          <a:xfrm>
            <a:off x="6957317" y="3369311"/>
            <a:ext cx="933269" cy="292388"/>
          </a:xfrm>
          <a:prstGeom prst="rect">
            <a:avLst/>
          </a:prstGeom>
          <a:noFill/>
        </p:spPr>
        <p:txBody>
          <a:bodyPr wrap="none" rtlCol="0">
            <a:spAutoFit/>
          </a:bodyPr>
          <a:lstStyle/>
          <a:p>
            <a:pPr algn="ctr"/>
            <a:r>
              <a:rPr lang="en-US" sz="1300" b="1">
                <a:solidFill>
                  <a:schemeClr val="bg2"/>
                </a:solidFill>
                <a:latin typeface="Epilogue" pitchFamily="2" charset="0"/>
                <a:cs typeface="Plus Jakarta Sans" pitchFamily="2" charset="0"/>
              </a:rPr>
              <a:t>Premium</a:t>
            </a:r>
          </a:p>
        </p:txBody>
      </p:sp>
      <p:sp>
        <p:nvSpPr>
          <p:cNvPr id="34" name="TextBox 33">
            <a:extLst>
              <a:ext uri="{FF2B5EF4-FFF2-40B4-BE49-F238E27FC236}">
                <a16:creationId xmlns:a16="http://schemas.microsoft.com/office/drawing/2014/main" id="{D7F89AE0-6F67-BE4B-917B-9687B78155E2}"/>
              </a:ext>
            </a:extLst>
          </p:cNvPr>
          <p:cNvSpPr txBox="1"/>
          <p:nvPr/>
        </p:nvSpPr>
        <p:spPr>
          <a:xfrm>
            <a:off x="8003205" y="4369781"/>
            <a:ext cx="735622" cy="292388"/>
          </a:xfrm>
          <a:prstGeom prst="rect">
            <a:avLst/>
          </a:prstGeom>
          <a:noFill/>
        </p:spPr>
        <p:txBody>
          <a:bodyPr wrap="square" rtlCol="0">
            <a:spAutoFit/>
          </a:bodyPr>
          <a:lstStyle/>
          <a:p>
            <a:r>
              <a:rPr lang="en-US" sz="1300">
                <a:solidFill>
                  <a:schemeClr val="tx2"/>
                </a:solidFill>
                <a:latin typeface="Epilogue" pitchFamily="2" charset="0"/>
                <a:cs typeface="Plus Jakarta Sans" pitchFamily="2" charset="0"/>
              </a:rPr>
              <a:t>/year</a:t>
            </a:r>
          </a:p>
        </p:txBody>
      </p:sp>
      <p:sp>
        <p:nvSpPr>
          <p:cNvPr id="35" name="TextBox 34">
            <a:extLst>
              <a:ext uri="{FF2B5EF4-FFF2-40B4-BE49-F238E27FC236}">
                <a16:creationId xmlns:a16="http://schemas.microsoft.com/office/drawing/2014/main" id="{28F95AE1-FFCF-C834-164E-CCDF324AF25D}"/>
              </a:ext>
            </a:extLst>
          </p:cNvPr>
          <p:cNvSpPr txBox="1"/>
          <p:nvPr/>
        </p:nvSpPr>
        <p:spPr>
          <a:xfrm>
            <a:off x="4111887" y="701854"/>
            <a:ext cx="3968226" cy="646331"/>
          </a:xfrm>
          <a:prstGeom prst="rect">
            <a:avLst/>
          </a:prstGeom>
          <a:noFill/>
        </p:spPr>
        <p:txBody>
          <a:bodyPr wrap="square" rtlCol="0">
            <a:spAutoFit/>
          </a:bodyPr>
          <a:lstStyle/>
          <a:p>
            <a:pPr algn="ctr"/>
            <a:r>
              <a:rPr lang="en-US" sz="3600" b="1">
                <a:solidFill>
                  <a:schemeClr val="tx2"/>
                </a:solidFill>
                <a:latin typeface="Epilogue" pitchFamily="2" charset="0"/>
                <a:cs typeface="Rubik" pitchFamily="2" charset="-79"/>
              </a:rPr>
              <a:t>Pricing Package</a:t>
            </a:r>
            <a:endParaRPr lang="en-US" sz="3600" b="1" dirty="0">
              <a:solidFill>
                <a:schemeClr val="tx2"/>
              </a:solidFill>
              <a:latin typeface="Epilogue" pitchFamily="2" charset="0"/>
              <a:cs typeface="Rubik" pitchFamily="2" charset="-79"/>
            </a:endParaRPr>
          </a:p>
        </p:txBody>
      </p:sp>
      <p:sp>
        <p:nvSpPr>
          <p:cNvPr id="41" name="Freeform: Shape 40">
            <a:extLst>
              <a:ext uri="{FF2B5EF4-FFF2-40B4-BE49-F238E27FC236}">
                <a16:creationId xmlns:a16="http://schemas.microsoft.com/office/drawing/2014/main" id="{89D2DBF0-2B41-B0AE-8FCF-59C391F106CC}"/>
              </a:ext>
            </a:extLst>
          </p:cNvPr>
          <p:cNvSpPr/>
          <p:nvPr/>
        </p:nvSpPr>
        <p:spPr>
          <a:xfrm>
            <a:off x="10363608" y="1634397"/>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DEB3C410-2087-8A88-C293-080E37EE086D}"/>
              </a:ext>
            </a:extLst>
          </p:cNvPr>
          <p:cNvSpPr/>
          <p:nvPr/>
        </p:nvSpPr>
        <p:spPr>
          <a:xfrm>
            <a:off x="10002396" y="1479735"/>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88A3339C-9B4E-9225-D8F7-6F74F03998C5}"/>
              </a:ext>
            </a:extLst>
          </p:cNvPr>
          <p:cNvSpPr/>
          <p:nvPr/>
        </p:nvSpPr>
        <p:spPr>
          <a:xfrm>
            <a:off x="1439854" y="2103451"/>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01510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Graphic 21">
            <a:extLst>
              <a:ext uri="{FF2B5EF4-FFF2-40B4-BE49-F238E27FC236}">
                <a16:creationId xmlns:a16="http://schemas.microsoft.com/office/drawing/2014/main" id="{C06D46F1-711B-17F8-16AE-A71757CB8295}"/>
              </a:ext>
            </a:extLst>
          </p:cNvPr>
          <p:cNvSpPr/>
          <p:nvPr/>
        </p:nvSpPr>
        <p:spPr>
          <a:xfrm rot="10800000">
            <a:off x="6693894" y="577812"/>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4" name="Rectangle: Top Corners Rounded 3">
            <a:extLst>
              <a:ext uri="{FF2B5EF4-FFF2-40B4-BE49-F238E27FC236}">
                <a16:creationId xmlns:a16="http://schemas.microsoft.com/office/drawing/2014/main" id="{6A8D1779-A9AA-792B-AEE8-AAA602051595}"/>
              </a:ext>
            </a:extLst>
          </p:cNvPr>
          <p:cNvSpPr/>
          <p:nvPr/>
        </p:nvSpPr>
        <p:spPr>
          <a:xfrm>
            <a:off x="0" y="4357837"/>
            <a:ext cx="12192000" cy="2500163"/>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raphic 15">
            <a:extLst>
              <a:ext uri="{FF2B5EF4-FFF2-40B4-BE49-F238E27FC236}">
                <a16:creationId xmlns:a16="http://schemas.microsoft.com/office/drawing/2014/main" id="{DF6DC743-8A21-D5DE-C6C6-491AD192A451}"/>
              </a:ext>
            </a:extLst>
          </p:cNvPr>
          <p:cNvSpPr/>
          <p:nvPr/>
        </p:nvSpPr>
        <p:spPr>
          <a:xfrm>
            <a:off x="124445" y="3225581"/>
            <a:ext cx="2837596" cy="2837596"/>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11" name="TextBox 10">
            <a:extLst>
              <a:ext uri="{FF2B5EF4-FFF2-40B4-BE49-F238E27FC236}">
                <a16:creationId xmlns:a16="http://schemas.microsoft.com/office/drawing/2014/main" id="{FAF9607A-EF67-BFCE-14C5-2EA26B5009DD}"/>
              </a:ext>
            </a:extLst>
          </p:cNvPr>
          <p:cNvSpPr txBox="1"/>
          <p:nvPr/>
        </p:nvSpPr>
        <p:spPr>
          <a:xfrm>
            <a:off x="1218704" y="1652751"/>
            <a:ext cx="9754593" cy="1569660"/>
          </a:xfrm>
          <a:prstGeom prst="rect">
            <a:avLst/>
          </a:prstGeom>
          <a:noFill/>
        </p:spPr>
        <p:txBody>
          <a:bodyPr wrap="none" rtlCol="0">
            <a:spAutoFit/>
          </a:bodyPr>
          <a:lstStyle/>
          <a:p>
            <a:pPr algn="ctr"/>
            <a:r>
              <a:rPr lang="en-US" sz="9600" b="1" spc="600">
                <a:ln w="12700">
                  <a:solidFill>
                    <a:schemeClr val="tx2">
                      <a:alpha val="15000"/>
                    </a:schemeClr>
                  </a:solidFill>
                </a:ln>
                <a:noFill/>
                <a:latin typeface="Epilogue Black" pitchFamily="2" charset="0"/>
              </a:rPr>
              <a:t>BREAK SLIDES</a:t>
            </a:r>
          </a:p>
        </p:txBody>
      </p:sp>
      <p:sp>
        <p:nvSpPr>
          <p:cNvPr id="2" name="TextBox 1">
            <a:extLst>
              <a:ext uri="{FF2B5EF4-FFF2-40B4-BE49-F238E27FC236}">
                <a16:creationId xmlns:a16="http://schemas.microsoft.com/office/drawing/2014/main" id="{2C71715A-8270-2E41-1C74-6076C6B859B8}"/>
              </a:ext>
            </a:extLst>
          </p:cNvPr>
          <p:cNvSpPr txBox="1"/>
          <p:nvPr/>
        </p:nvSpPr>
        <p:spPr>
          <a:xfrm>
            <a:off x="4080865" y="685800"/>
            <a:ext cx="4030270" cy="830997"/>
          </a:xfrm>
          <a:prstGeom prst="rect">
            <a:avLst/>
          </a:prstGeom>
          <a:noFill/>
        </p:spPr>
        <p:txBody>
          <a:bodyPr wrap="none" rtlCol="0">
            <a:spAutoFit/>
          </a:bodyPr>
          <a:lstStyle/>
          <a:p>
            <a:pPr algn="ctr"/>
            <a:r>
              <a:rPr lang="en-US" sz="4800" b="1">
                <a:solidFill>
                  <a:schemeClr val="tx2"/>
                </a:solidFill>
                <a:latin typeface="Epilogue" pitchFamily="2" charset="0"/>
              </a:rPr>
              <a:t>Break Slides</a:t>
            </a:r>
          </a:p>
        </p:txBody>
      </p:sp>
      <p:sp>
        <p:nvSpPr>
          <p:cNvPr id="3" name="TextBox 2">
            <a:extLst>
              <a:ext uri="{FF2B5EF4-FFF2-40B4-BE49-F238E27FC236}">
                <a16:creationId xmlns:a16="http://schemas.microsoft.com/office/drawing/2014/main" id="{2A3DCD32-63B4-4935-B24B-D00668496A4D}"/>
              </a:ext>
            </a:extLst>
          </p:cNvPr>
          <p:cNvSpPr txBox="1"/>
          <p:nvPr/>
        </p:nvSpPr>
        <p:spPr>
          <a:xfrm>
            <a:off x="5241439" y="1516797"/>
            <a:ext cx="1709122" cy="292388"/>
          </a:xfrm>
          <a:prstGeom prst="rect">
            <a:avLst/>
          </a:prstGeom>
          <a:noFill/>
        </p:spPr>
        <p:txBody>
          <a:bodyPr wrap="none" rtlCol="0">
            <a:spAutoFit/>
          </a:bodyPr>
          <a:lstStyle/>
          <a:p>
            <a:pPr algn="ctr"/>
            <a:r>
              <a:rPr lang="en-US" sz="1300">
                <a:solidFill>
                  <a:schemeClr val="tx2"/>
                </a:solidFill>
                <a:latin typeface="Epilogue" pitchFamily="2" charset="0"/>
              </a:rPr>
              <a:t>Take A Short Break</a:t>
            </a:r>
          </a:p>
        </p:txBody>
      </p:sp>
      <p:sp>
        <p:nvSpPr>
          <p:cNvPr id="6" name="Picture Placeholder 5">
            <a:extLst>
              <a:ext uri="{FF2B5EF4-FFF2-40B4-BE49-F238E27FC236}">
                <a16:creationId xmlns:a16="http://schemas.microsoft.com/office/drawing/2014/main" id="{FCA8298F-D865-FEF9-D6BE-BC232B015D65}"/>
              </a:ext>
            </a:extLst>
          </p:cNvPr>
          <p:cNvSpPr>
            <a:spLocks noGrp="1"/>
          </p:cNvSpPr>
          <p:nvPr>
            <p:ph type="pic" sz="quarter" idx="14"/>
          </p:nvPr>
        </p:nvSpPr>
        <p:spPr/>
      </p:sp>
      <p:sp>
        <p:nvSpPr>
          <p:cNvPr id="8" name="Picture Placeholder 7">
            <a:extLst>
              <a:ext uri="{FF2B5EF4-FFF2-40B4-BE49-F238E27FC236}">
                <a16:creationId xmlns:a16="http://schemas.microsoft.com/office/drawing/2014/main" id="{EBCF28B6-F94C-4F65-1335-B6C04D324DD8}"/>
              </a:ext>
            </a:extLst>
          </p:cNvPr>
          <p:cNvSpPr>
            <a:spLocks noGrp="1"/>
          </p:cNvSpPr>
          <p:nvPr>
            <p:ph type="pic" sz="quarter" idx="15"/>
          </p:nvPr>
        </p:nvSpPr>
        <p:spPr/>
      </p:sp>
      <p:sp>
        <p:nvSpPr>
          <p:cNvPr id="10" name="Picture Placeholder 9">
            <a:extLst>
              <a:ext uri="{FF2B5EF4-FFF2-40B4-BE49-F238E27FC236}">
                <a16:creationId xmlns:a16="http://schemas.microsoft.com/office/drawing/2014/main" id="{17C581B8-A376-D0B6-DA5C-916B85F29749}"/>
              </a:ext>
            </a:extLst>
          </p:cNvPr>
          <p:cNvSpPr>
            <a:spLocks noGrp="1"/>
          </p:cNvSpPr>
          <p:nvPr>
            <p:ph type="pic" sz="quarter" idx="16"/>
          </p:nvPr>
        </p:nvSpPr>
        <p:spPr/>
      </p:sp>
      <p:sp>
        <p:nvSpPr>
          <p:cNvPr id="23" name="Graphic 24">
            <a:extLst>
              <a:ext uri="{FF2B5EF4-FFF2-40B4-BE49-F238E27FC236}">
                <a16:creationId xmlns:a16="http://schemas.microsoft.com/office/drawing/2014/main" id="{2543FE3B-88A8-D6AB-B642-BBA31514CC1B}"/>
              </a:ext>
            </a:extLst>
          </p:cNvPr>
          <p:cNvSpPr/>
          <p:nvPr/>
        </p:nvSpPr>
        <p:spPr>
          <a:xfrm>
            <a:off x="10307074" y="2019971"/>
            <a:ext cx="960384" cy="960384"/>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58F4AEDF-17BC-E9A6-D734-2EDA6D15825B}"/>
              </a:ext>
            </a:extLst>
          </p:cNvPr>
          <p:cNvSpPr/>
          <p:nvPr/>
        </p:nvSpPr>
        <p:spPr>
          <a:xfrm>
            <a:off x="1246962" y="663659"/>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E1DBD3D4-7DF3-73BA-DBBB-7434ECE55058}"/>
              </a:ext>
            </a:extLst>
          </p:cNvPr>
          <p:cNvSpPr/>
          <p:nvPr/>
        </p:nvSpPr>
        <p:spPr>
          <a:xfrm>
            <a:off x="885750" y="508997"/>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09297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Graphic 21">
            <a:extLst>
              <a:ext uri="{FF2B5EF4-FFF2-40B4-BE49-F238E27FC236}">
                <a16:creationId xmlns:a16="http://schemas.microsoft.com/office/drawing/2014/main" id="{F4AE4B98-7A8F-424C-889F-D92205685678}"/>
              </a:ext>
            </a:extLst>
          </p:cNvPr>
          <p:cNvSpPr/>
          <p:nvPr/>
        </p:nvSpPr>
        <p:spPr>
          <a:xfrm rot="10800000">
            <a:off x="828230" y="1439875"/>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5" name="Graphic 15">
            <a:extLst>
              <a:ext uri="{FF2B5EF4-FFF2-40B4-BE49-F238E27FC236}">
                <a16:creationId xmlns:a16="http://schemas.microsoft.com/office/drawing/2014/main" id="{B3599929-9435-5CE4-3F88-C0D32F0C1F09}"/>
              </a:ext>
            </a:extLst>
          </p:cNvPr>
          <p:cNvSpPr/>
          <p:nvPr/>
        </p:nvSpPr>
        <p:spPr>
          <a:xfrm>
            <a:off x="5318387" y="755847"/>
            <a:ext cx="2363116" cy="2363116"/>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1"/>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49BA3F4E-CB13-7DE3-A368-BEBB9E56C2EF}"/>
              </a:ext>
            </a:extLst>
          </p:cNvPr>
          <p:cNvSpPr txBox="1"/>
          <p:nvPr/>
        </p:nvSpPr>
        <p:spPr>
          <a:xfrm>
            <a:off x="1266825" y="606788"/>
            <a:ext cx="9477273" cy="2215991"/>
          </a:xfrm>
          <a:prstGeom prst="rect">
            <a:avLst/>
          </a:prstGeom>
          <a:noFill/>
        </p:spPr>
        <p:txBody>
          <a:bodyPr wrap="none" rtlCol="0">
            <a:spAutoFit/>
          </a:bodyPr>
          <a:lstStyle/>
          <a:p>
            <a:r>
              <a:rPr lang="en-US" sz="13800" b="1" spc="600">
                <a:ln w="12700">
                  <a:solidFill>
                    <a:schemeClr val="tx2">
                      <a:alpha val="15000"/>
                    </a:schemeClr>
                  </a:solidFill>
                </a:ln>
                <a:noFill/>
                <a:latin typeface="Epilogue Black" pitchFamily="2" charset="0"/>
              </a:rPr>
              <a:t>CONTACT</a:t>
            </a:r>
          </a:p>
        </p:txBody>
      </p:sp>
      <p:sp>
        <p:nvSpPr>
          <p:cNvPr id="2" name="TextBox 1">
            <a:extLst>
              <a:ext uri="{FF2B5EF4-FFF2-40B4-BE49-F238E27FC236}">
                <a16:creationId xmlns:a16="http://schemas.microsoft.com/office/drawing/2014/main" id="{2C71715A-8270-2E41-1C74-6076C6B859B8}"/>
              </a:ext>
            </a:extLst>
          </p:cNvPr>
          <p:cNvSpPr txBox="1"/>
          <p:nvPr/>
        </p:nvSpPr>
        <p:spPr>
          <a:xfrm>
            <a:off x="1266825" y="1586329"/>
            <a:ext cx="2784737" cy="830997"/>
          </a:xfrm>
          <a:prstGeom prst="rect">
            <a:avLst/>
          </a:prstGeom>
          <a:noFill/>
        </p:spPr>
        <p:txBody>
          <a:bodyPr wrap="none" rtlCol="0">
            <a:spAutoFit/>
          </a:bodyPr>
          <a:lstStyle/>
          <a:p>
            <a:r>
              <a:rPr lang="en-US" sz="4800" b="1">
                <a:solidFill>
                  <a:schemeClr val="tx2"/>
                </a:solidFill>
                <a:latin typeface="Epilogue" pitchFamily="2" charset="0"/>
              </a:rPr>
              <a:t>Contact</a:t>
            </a:r>
          </a:p>
        </p:txBody>
      </p:sp>
      <p:sp>
        <p:nvSpPr>
          <p:cNvPr id="3" name="TextBox 2">
            <a:extLst>
              <a:ext uri="{FF2B5EF4-FFF2-40B4-BE49-F238E27FC236}">
                <a16:creationId xmlns:a16="http://schemas.microsoft.com/office/drawing/2014/main" id="{2A3DCD32-63B4-4935-B24B-D00668496A4D}"/>
              </a:ext>
            </a:extLst>
          </p:cNvPr>
          <p:cNvSpPr txBox="1"/>
          <p:nvPr/>
        </p:nvSpPr>
        <p:spPr>
          <a:xfrm>
            <a:off x="1266825" y="2417326"/>
            <a:ext cx="1212191" cy="292388"/>
          </a:xfrm>
          <a:prstGeom prst="rect">
            <a:avLst/>
          </a:prstGeom>
          <a:noFill/>
        </p:spPr>
        <p:txBody>
          <a:bodyPr wrap="none" rtlCol="0">
            <a:spAutoFit/>
          </a:bodyPr>
          <a:lstStyle/>
          <a:p>
            <a:r>
              <a:rPr lang="en-US" sz="1300">
                <a:solidFill>
                  <a:schemeClr val="tx2"/>
                </a:solidFill>
                <a:latin typeface="Epilogue" pitchFamily="2" charset="0"/>
              </a:rPr>
              <a:t>Get In Touch</a:t>
            </a:r>
          </a:p>
        </p:txBody>
      </p:sp>
      <p:sp>
        <p:nvSpPr>
          <p:cNvPr id="4" name="Rectangle: Top Corners Rounded 3">
            <a:extLst>
              <a:ext uri="{FF2B5EF4-FFF2-40B4-BE49-F238E27FC236}">
                <a16:creationId xmlns:a16="http://schemas.microsoft.com/office/drawing/2014/main" id="{838FCCAA-B904-DFCD-FEA9-0E3CC1F248A4}"/>
              </a:ext>
            </a:extLst>
          </p:cNvPr>
          <p:cNvSpPr/>
          <p:nvPr/>
        </p:nvSpPr>
        <p:spPr>
          <a:xfrm>
            <a:off x="0" y="3755650"/>
            <a:ext cx="12192000" cy="3102350"/>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A6465D9E-8CF6-DCBF-A9DF-10D9092861F0}"/>
              </a:ext>
            </a:extLst>
          </p:cNvPr>
          <p:cNvSpPr>
            <a:spLocks noGrp="1"/>
          </p:cNvSpPr>
          <p:nvPr>
            <p:ph type="pic" sz="quarter" idx="14"/>
          </p:nvPr>
        </p:nvSpPr>
        <p:spPr/>
      </p:sp>
      <p:sp>
        <p:nvSpPr>
          <p:cNvPr id="9" name="Picture Placeholder 8">
            <a:extLst>
              <a:ext uri="{FF2B5EF4-FFF2-40B4-BE49-F238E27FC236}">
                <a16:creationId xmlns:a16="http://schemas.microsoft.com/office/drawing/2014/main" id="{CC325F3F-2255-A60D-F2FB-3E0CC22CE364}"/>
              </a:ext>
            </a:extLst>
          </p:cNvPr>
          <p:cNvSpPr>
            <a:spLocks noGrp="1"/>
          </p:cNvSpPr>
          <p:nvPr>
            <p:ph type="pic" sz="quarter" idx="15"/>
          </p:nvPr>
        </p:nvSpPr>
        <p:spPr/>
      </p:sp>
      <p:sp>
        <p:nvSpPr>
          <p:cNvPr id="14" name="Graphic 24">
            <a:extLst>
              <a:ext uri="{FF2B5EF4-FFF2-40B4-BE49-F238E27FC236}">
                <a16:creationId xmlns:a16="http://schemas.microsoft.com/office/drawing/2014/main" id="{3B7BDBAB-4F80-2CE0-3561-FBBFD5CA2D9E}"/>
              </a:ext>
            </a:extLst>
          </p:cNvPr>
          <p:cNvSpPr/>
          <p:nvPr/>
        </p:nvSpPr>
        <p:spPr>
          <a:xfrm>
            <a:off x="9471420" y="3746615"/>
            <a:ext cx="2072880" cy="2072880"/>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54750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 name="Graphic 15">
            <a:extLst>
              <a:ext uri="{FF2B5EF4-FFF2-40B4-BE49-F238E27FC236}">
                <a16:creationId xmlns:a16="http://schemas.microsoft.com/office/drawing/2014/main" id="{63E6413F-CEF3-897A-BFC1-AC76C1CD0126}"/>
              </a:ext>
            </a:extLst>
          </p:cNvPr>
          <p:cNvSpPr/>
          <p:nvPr/>
        </p:nvSpPr>
        <p:spPr>
          <a:xfrm>
            <a:off x="3009594" y="4133688"/>
            <a:ext cx="2316836" cy="2316836"/>
          </a:xfrm>
          <a:custGeom>
            <a:avLst/>
            <a:gdLst>
              <a:gd name="connsiteX0" fmla="*/ 293 w 2076450"/>
              <a:gd name="connsiteY0" fmla="*/ 1038549 h 2076450"/>
              <a:gd name="connsiteX1" fmla="*/ 587605 w 2076450"/>
              <a:gd name="connsiteY1" fmla="*/ 917486 h 2076450"/>
              <a:gd name="connsiteX2" fmla="*/ 139930 w 2076450"/>
              <a:gd name="connsiteY2" fmla="*/ 519151 h 2076450"/>
              <a:gd name="connsiteX3" fmla="*/ 708953 w 2076450"/>
              <a:gd name="connsiteY3" fmla="*/ 708508 h 2076450"/>
              <a:gd name="connsiteX4" fmla="*/ 519596 w 2076450"/>
              <a:gd name="connsiteY4" fmla="*/ 139389 h 2076450"/>
              <a:gd name="connsiteX5" fmla="*/ 917931 w 2076450"/>
              <a:gd name="connsiteY5" fmla="*/ 587636 h 2076450"/>
              <a:gd name="connsiteX6" fmla="*/ 1038994 w 2076450"/>
              <a:gd name="connsiteY6" fmla="*/ 324 h 2076450"/>
              <a:gd name="connsiteX7" fmla="*/ 1160057 w 2076450"/>
              <a:gd name="connsiteY7" fmla="*/ 587636 h 2076450"/>
              <a:gd name="connsiteX8" fmla="*/ 1558393 w 2076450"/>
              <a:gd name="connsiteY8" fmla="*/ 139484 h 2076450"/>
              <a:gd name="connsiteX9" fmla="*/ 1369036 w 2076450"/>
              <a:gd name="connsiteY9" fmla="*/ 708508 h 2076450"/>
              <a:gd name="connsiteX10" fmla="*/ 1938154 w 2076450"/>
              <a:gd name="connsiteY10" fmla="*/ 519151 h 2076450"/>
              <a:gd name="connsiteX11" fmla="*/ 1489908 w 2076450"/>
              <a:gd name="connsiteY11" fmla="*/ 917486 h 2076450"/>
              <a:gd name="connsiteX12" fmla="*/ 2076743 w 2076450"/>
              <a:gd name="connsiteY12" fmla="*/ 1038549 h 2076450"/>
              <a:gd name="connsiteX13" fmla="*/ 1489432 w 2076450"/>
              <a:gd name="connsiteY13" fmla="*/ 1159612 h 2076450"/>
              <a:gd name="connsiteX14" fmla="*/ 1937583 w 2076450"/>
              <a:gd name="connsiteY14" fmla="*/ 1557947 h 2076450"/>
              <a:gd name="connsiteX15" fmla="*/ 1368559 w 2076450"/>
              <a:gd name="connsiteY15" fmla="*/ 1368590 h 2076450"/>
              <a:gd name="connsiteX16" fmla="*/ 1557916 w 2076450"/>
              <a:gd name="connsiteY16" fmla="*/ 1937709 h 2076450"/>
              <a:gd name="connsiteX17" fmla="*/ 1159581 w 2076450"/>
              <a:gd name="connsiteY17" fmla="*/ 1489463 h 2076450"/>
              <a:gd name="connsiteX18" fmla="*/ 1038518 w 2076450"/>
              <a:gd name="connsiteY18" fmla="*/ 2076774 h 2076450"/>
              <a:gd name="connsiteX19" fmla="*/ 917455 w 2076450"/>
              <a:gd name="connsiteY19" fmla="*/ 1489463 h 2076450"/>
              <a:gd name="connsiteX20" fmla="*/ 519120 w 2076450"/>
              <a:gd name="connsiteY20" fmla="*/ 1937614 h 2076450"/>
              <a:gd name="connsiteX21" fmla="*/ 708477 w 2076450"/>
              <a:gd name="connsiteY21" fmla="*/ 1368590 h 2076450"/>
              <a:gd name="connsiteX22" fmla="*/ 139358 w 2076450"/>
              <a:gd name="connsiteY22" fmla="*/ 1557947 h 2076450"/>
              <a:gd name="connsiteX23" fmla="*/ 587605 w 2076450"/>
              <a:gd name="connsiteY23" fmla="*/ 1159612 h 2076450"/>
              <a:gd name="connsiteX24" fmla="*/ 293 w 2076450"/>
              <a:gd name="connsiteY24" fmla="*/ 1038549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6450" h="2076450">
                <a:moveTo>
                  <a:pt x="293" y="1038549"/>
                </a:moveTo>
                <a:cubicBezTo>
                  <a:pt x="293" y="971207"/>
                  <a:pt x="570936" y="979685"/>
                  <a:pt x="587605" y="917486"/>
                </a:cubicBezTo>
                <a:cubicBezTo>
                  <a:pt x="604750" y="853192"/>
                  <a:pt x="106878" y="575444"/>
                  <a:pt x="139930" y="519151"/>
                </a:cubicBezTo>
                <a:cubicBezTo>
                  <a:pt x="172981" y="462858"/>
                  <a:pt x="662661" y="754895"/>
                  <a:pt x="708953" y="708508"/>
                </a:cubicBezTo>
                <a:cubicBezTo>
                  <a:pt x="755244" y="662121"/>
                  <a:pt x="462541" y="172441"/>
                  <a:pt x="519596" y="139389"/>
                </a:cubicBezTo>
                <a:cubicBezTo>
                  <a:pt x="576651" y="106337"/>
                  <a:pt x="853638" y="604780"/>
                  <a:pt x="917931" y="587636"/>
                </a:cubicBezTo>
                <a:cubicBezTo>
                  <a:pt x="980130" y="570967"/>
                  <a:pt x="971652" y="324"/>
                  <a:pt x="1038994" y="324"/>
                </a:cubicBezTo>
                <a:cubicBezTo>
                  <a:pt x="1106336" y="324"/>
                  <a:pt x="1097859" y="570967"/>
                  <a:pt x="1160057" y="587636"/>
                </a:cubicBezTo>
                <a:cubicBezTo>
                  <a:pt x="1224351" y="604780"/>
                  <a:pt x="1502100" y="106909"/>
                  <a:pt x="1558393" y="139484"/>
                </a:cubicBezTo>
                <a:cubicBezTo>
                  <a:pt x="1614685" y="172060"/>
                  <a:pt x="1322649" y="662216"/>
                  <a:pt x="1369036" y="708508"/>
                </a:cubicBezTo>
                <a:cubicBezTo>
                  <a:pt x="1415422" y="754799"/>
                  <a:pt x="1905103" y="462096"/>
                  <a:pt x="1938154" y="519151"/>
                </a:cubicBezTo>
                <a:cubicBezTo>
                  <a:pt x="1971206" y="576205"/>
                  <a:pt x="1472763" y="853192"/>
                  <a:pt x="1489908" y="917486"/>
                </a:cubicBezTo>
                <a:cubicBezTo>
                  <a:pt x="1506100" y="979685"/>
                  <a:pt x="2076743" y="971207"/>
                  <a:pt x="2076743" y="1038549"/>
                </a:cubicBezTo>
                <a:cubicBezTo>
                  <a:pt x="2076743" y="1105891"/>
                  <a:pt x="1506100" y="1097413"/>
                  <a:pt x="1489432" y="1159612"/>
                </a:cubicBezTo>
                <a:cubicBezTo>
                  <a:pt x="1472286" y="1223906"/>
                  <a:pt x="1970158" y="1501655"/>
                  <a:pt x="1937583" y="1557947"/>
                </a:cubicBezTo>
                <a:cubicBezTo>
                  <a:pt x="1905007" y="1614240"/>
                  <a:pt x="1414851" y="1322204"/>
                  <a:pt x="1368559" y="1368590"/>
                </a:cubicBezTo>
                <a:cubicBezTo>
                  <a:pt x="1322268" y="1414977"/>
                  <a:pt x="1614971" y="1904657"/>
                  <a:pt x="1557916" y="1937709"/>
                </a:cubicBezTo>
                <a:cubicBezTo>
                  <a:pt x="1500861" y="1970761"/>
                  <a:pt x="1223875" y="1472317"/>
                  <a:pt x="1159581" y="1489463"/>
                </a:cubicBezTo>
                <a:cubicBezTo>
                  <a:pt x="1097382" y="1506131"/>
                  <a:pt x="1105860" y="2076774"/>
                  <a:pt x="1038518" y="2076774"/>
                </a:cubicBezTo>
                <a:cubicBezTo>
                  <a:pt x="971176" y="2076774"/>
                  <a:pt x="979654" y="1506131"/>
                  <a:pt x="917455" y="1489463"/>
                </a:cubicBezTo>
                <a:cubicBezTo>
                  <a:pt x="853161" y="1472317"/>
                  <a:pt x="575413" y="1970189"/>
                  <a:pt x="519120" y="1937614"/>
                </a:cubicBezTo>
                <a:cubicBezTo>
                  <a:pt x="462827" y="1905038"/>
                  <a:pt x="754864" y="1414882"/>
                  <a:pt x="708477" y="1368590"/>
                </a:cubicBezTo>
                <a:cubicBezTo>
                  <a:pt x="662090" y="1322299"/>
                  <a:pt x="172410" y="1615002"/>
                  <a:pt x="139358" y="1557947"/>
                </a:cubicBezTo>
                <a:cubicBezTo>
                  <a:pt x="106306" y="1500892"/>
                  <a:pt x="604750" y="1223906"/>
                  <a:pt x="587605" y="1159612"/>
                </a:cubicBezTo>
                <a:cubicBezTo>
                  <a:pt x="570936" y="1097413"/>
                  <a:pt x="293" y="1105891"/>
                  <a:pt x="293" y="1038549"/>
                </a:cubicBezTo>
                <a:close/>
              </a:path>
            </a:pathLst>
          </a:custGeom>
          <a:solidFill>
            <a:schemeClr val="accent2"/>
          </a:solidFill>
          <a:ln w="9525" cap="flat">
            <a:noFill/>
            <a:prstDash val="solid"/>
            <a:miter/>
          </a:ln>
        </p:spPr>
        <p:txBody>
          <a:bodyPr rtlCol="0" anchor="ctr"/>
          <a:lstStyle/>
          <a:p>
            <a:endParaRPr lang="en-US"/>
          </a:p>
        </p:txBody>
      </p:sp>
      <p:sp>
        <p:nvSpPr>
          <p:cNvPr id="36" name="Graphic 21">
            <a:extLst>
              <a:ext uri="{FF2B5EF4-FFF2-40B4-BE49-F238E27FC236}">
                <a16:creationId xmlns:a16="http://schemas.microsoft.com/office/drawing/2014/main" id="{EE9F5453-C76C-C275-DD5D-2D6A9BD32DAE}"/>
              </a:ext>
            </a:extLst>
          </p:cNvPr>
          <p:cNvSpPr/>
          <p:nvPr/>
        </p:nvSpPr>
        <p:spPr>
          <a:xfrm rot="20700000">
            <a:off x="1394377" y="1439402"/>
            <a:ext cx="1650786" cy="659108"/>
          </a:xfrm>
          <a:custGeom>
            <a:avLst/>
            <a:gdLst>
              <a:gd name="connsiteX0" fmla="*/ 1323760 w 4992224"/>
              <a:gd name="connsiteY0" fmla="*/ 459 h 2787645"/>
              <a:gd name="connsiteX1" fmla="*/ 1661898 w 4992224"/>
              <a:gd name="connsiteY1" fmla="*/ 1729247 h 2787645"/>
              <a:gd name="connsiteX2" fmla="*/ 1442823 w 4992224"/>
              <a:gd name="connsiteY2" fmla="*/ 1014871 h 2787645"/>
              <a:gd name="connsiteX3" fmla="*/ 2585823 w 4992224"/>
              <a:gd name="connsiteY3" fmla="*/ 2662697 h 2787645"/>
              <a:gd name="connsiteX4" fmla="*/ 4990885 w 4992224"/>
              <a:gd name="connsiteY4" fmla="*/ 629109 h 278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24" h="2787645">
                <a:moveTo>
                  <a:pt x="1323760" y="459"/>
                </a:moveTo>
                <a:cubicBezTo>
                  <a:pt x="-219290" y="819609"/>
                  <a:pt x="-776502" y="2719847"/>
                  <a:pt x="1661898" y="1729247"/>
                </a:cubicBezTo>
                <a:cubicBezTo>
                  <a:pt x="4100298" y="738646"/>
                  <a:pt x="2557248" y="-23354"/>
                  <a:pt x="1442823" y="1014871"/>
                </a:cubicBezTo>
                <a:cubicBezTo>
                  <a:pt x="328398" y="2053097"/>
                  <a:pt x="985623" y="3167522"/>
                  <a:pt x="2585823" y="2662697"/>
                </a:cubicBezTo>
                <a:cubicBezTo>
                  <a:pt x="4186023" y="2157872"/>
                  <a:pt x="4990885" y="629109"/>
                  <a:pt x="4990885" y="629109"/>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35" name="Graphic 24">
            <a:extLst>
              <a:ext uri="{FF2B5EF4-FFF2-40B4-BE49-F238E27FC236}">
                <a16:creationId xmlns:a16="http://schemas.microsoft.com/office/drawing/2014/main" id="{FA908F44-80B3-EFF6-5138-46FFAFD452D3}"/>
              </a:ext>
            </a:extLst>
          </p:cNvPr>
          <p:cNvSpPr/>
          <p:nvPr/>
        </p:nvSpPr>
        <p:spPr>
          <a:xfrm>
            <a:off x="6376918" y="299829"/>
            <a:ext cx="2589282" cy="2589282"/>
          </a:xfrm>
          <a:custGeom>
            <a:avLst/>
            <a:gdLst>
              <a:gd name="connsiteX0" fmla="*/ 3143250 w 3143250"/>
              <a:gd name="connsiteY0" fmla="*/ 1285875 h 3143250"/>
              <a:gd name="connsiteX1" fmla="*/ 2261521 w 3143250"/>
              <a:gd name="connsiteY1" fmla="*/ 1285875 h 3143250"/>
              <a:gd name="connsiteX2" fmla="*/ 2885028 w 3143250"/>
              <a:gd name="connsiteY2" fmla="*/ 662369 h 3143250"/>
              <a:gd name="connsiteX3" fmla="*/ 2480882 w 3143250"/>
              <a:gd name="connsiteY3" fmla="*/ 258223 h 3143250"/>
              <a:gd name="connsiteX4" fmla="*/ 1857375 w 3143250"/>
              <a:gd name="connsiteY4" fmla="*/ 881729 h 3143250"/>
              <a:gd name="connsiteX5" fmla="*/ 1857375 w 3143250"/>
              <a:gd name="connsiteY5" fmla="*/ 0 h 3143250"/>
              <a:gd name="connsiteX6" fmla="*/ 1285875 w 3143250"/>
              <a:gd name="connsiteY6" fmla="*/ 0 h 3143250"/>
              <a:gd name="connsiteX7" fmla="*/ 1285875 w 3143250"/>
              <a:gd name="connsiteY7" fmla="*/ 881729 h 3143250"/>
              <a:gd name="connsiteX8" fmla="*/ 662369 w 3143250"/>
              <a:gd name="connsiteY8" fmla="*/ 258223 h 3143250"/>
              <a:gd name="connsiteX9" fmla="*/ 258223 w 3143250"/>
              <a:gd name="connsiteY9" fmla="*/ 662369 h 3143250"/>
              <a:gd name="connsiteX10" fmla="*/ 881729 w 3143250"/>
              <a:gd name="connsiteY10" fmla="*/ 1285875 h 3143250"/>
              <a:gd name="connsiteX11" fmla="*/ 0 w 3143250"/>
              <a:gd name="connsiteY11" fmla="*/ 1285875 h 3143250"/>
              <a:gd name="connsiteX12" fmla="*/ 0 w 3143250"/>
              <a:gd name="connsiteY12" fmla="*/ 1857375 h 3143250"/>
              <a:gd name="connsiteX13" fmla="*/ 881729 w 3143250"/>
              <a:gd name="connsiteY13" fmla="*/ 1857375 h 3143250"/>
              <a:gd name="connsiteX14" fmla="*/ 258223 w 3143250"/>
              <a:gd name="connsiteY14" fmla="*/ 2480882 h 3143250"/>
              <a:gd name="connsiteX15" fmla="*/ 662369 w 3143250"/>
              <a:gd name="connsiteY15" fmla="*/ 2885028 h 3143250"/>
              <a:gd name="connsiteX16" fmla="*/ 1285875 w 3143250"/>
              <a:gd name="connsiteY16" fmla="*/ 2261521 h 3143250"/>
              <a:gd name="connsiteX17" fmla="*/ 1285875 w 3143250"/>
              <a:gd name="connsiteY17" fmla="*/ 3143250 h 3143250"/>
              <a:gd name="connsiteX18" fmla="*/ 1857375 w 3143250"/>
              <a:gd name="connsiteY18" fmla="*/ 3143250 h 3143250"/>
              <a:gd name="connsiteX19" fmla="*/ 1857375 w 3143250"/>
              <a:gd name="connsiteY19" fmla="*/ 2261521 h 3143250"/>
              <a:gd name="connsiteX20" fmla="*/ 2480882 w 3143250"/>
              <a:gd name="connsiteY20" fmla="*/ 2885028 h 3143250"/>
              <a:gd name="connsiteX21" fmla="*/ 2885028 w 3143250"/>
              <a:gd name="connsiteY21" fmla="*/ 2480882 h 3143250"/>
              <a:gd name="connsiteX22" fmla="*/ 2261521 w 3143250"/>
              <a:gd name="connsiteY22" fmla="*/ 1857375 h 3143250"/>
              <a:gd name="connsiteX23" fmla="*/ 3143250 w 3143250"/>
              <a:gd name="connsiteY23" fmla="*/ 1857375 h 3143250"/>
              <a:gd name="connsiteX24" fmla="*/ 3143250 w 3143250"/>
              <a:gd name="connsiteY24" fmla="*/ 128587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3250" h="3143250">
                <a:moveTo>
                  <a:pt x="3143250" y="1285875"/>
                </a:moveTo>
                <a:lnTo>
                  <a:pt x="2261521" y="1285875"/>
                </a:lnTo>
                <a:lnTo>
                  <a:pt x="2885028" y="662369"/>
                </a:lnTo>
                <a:lnTo>
                  <a:pt x="2480882" y="258223"/>
                </a:lnTo>
                <a:lnTo>
                  <a:pt x="1857375" y="881729"/>
                </a:lnTo>
                <a:lnTo>
                  <a:pt x="1857375" y="0"/>
                </a:lnTo>
                <a:lnTo>
                  <a:pt x="1285875" y="0"/>
                </a:lnTo>
                <a:lnTo>
                  <a:pt x="1285875" y="881729"/>
                </a:lnTo>
                <a:lnTo>
                  <a:pt x="662369" y="258223"/>
                </a:lnTo>
                <a:lnTo>
                  <a:pt x="258223" y="662369"/>
                </a:lnTo>
                <a:lnTo>
                  <a:pt x="881729" y="1285875"/>
                </a:lnTo>
                <a:lnTo>
                  <a:pt x="0" y="1285875"/>
                </a:lnTo>
                <a:lnTo>
                  <a:pt x="0" y="1857375"/>
                </a:lnTo>
                <a:lnTo>
                  <a:pt x="881729" y="1857375"/>
                </a:lnTo>
                <a:lnTo>
                  <a:pt x="258223" y="2480882"/>
                </a:lnTo>
                <a:lnTo>
                  <a:pt x="662369" y="2885028"/>
                </a:lnTo>
                <a:lnTo>
                  <a:pt x="1285875" y="2261521"/>
                </a:lnTo>
                <a:lnTo>
                  <a:pt x="1285875" y="3143250"/>
                </a:lnTo>
                <a:lnTo>
                  <a:pt x="1857375" y="3143250"/>
                </a:lnTo>
                <a:lnTo>
                  <a:pt x="1857375" y="2261521"/>
                </a:lnTo>
                <a:lnTo>
                  <a:pt x="2480882" y="2885028"/>
                </a:lnTo>
                <a:lnTo>
                  <a:pt x="2885028" y="2480882"/>
                </a:lnTo>
                <a:lnTo>
                  <a:pt x="2261521" y="1857375"/>
                </a:lnTo>
                <a:lnTo>
                  <a:pt x="3143250" y="1857375"/>
                </a:lnTo>
                <a:lnTo>
                  <a:pt x="3143250" y="1285875"/>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Top Corners Rounded 15">
            <a:extLst>
              <a:ext uri="{FF2B5EF4-FFF2-40B4-BE49-F238E27FC236}">
                <a16:creationId xmlns:a16="http://schemas.microsoft.com/office/drawing/2014/main" id="{D720EBD5-D7E3-F105-3BA7-8CDEAF512ADA}"/>
              </a:ext>
            </a:extLst>
          </p:cNvPr>
          <p:cNvSpPr/>
          <p:nvPr/>
        </p:nvSpPr>
        <p:spPr>
          <a:xfrm rot="16200000">
            <a:off x="7512917" y="2178918"/>
            <a:ext cx="6858003" cy="2500163"/>
          </a:xfrm>
          <a:prstGeom prst="round2SameRect">
            <a:avLst>
              <a:gd name="adj1" fmla="val 19878"/>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0156BDE6-58AB-34E7-11D4-696D7CB78F3C}"/>
              </a:ext>
            </a:extLst>
          </p:cNvPr>
          <p:cNvSpPr>
            <a:spLocks noGrp="1"/>
          </p:cNvSpPr>
          <p:nvPr>
            <p:ph type="pic" sz="quarter" idx="14"/>
          </p:nvPr>
        </p:nvSpPr>
        <p:spPr/>
      </p:sp>
      <p:sp>
        <p:nvSpPr>
          <p:cNvPr id="7" name="Picture Placeholder 6">
            <a:extLst>
              <a:ext uri="{FF2B5EF4-FFF2-40B4-BE49-F238E27FC236}">
                <a16:creationId xmlns:a16="http://schemas.microsoft.com/office/drawing/2014/main" id="{A89AE61E-4853-B30D-9B4B-ECC14AC9D5AB}"/>
              </a:ext>
            </a:extLst>
          </p:cNvPr>
          <p:cNvSpPr>
            <a:spLocks noGrp="1"/>
          </p:cNvSpPr>
          <p:nvPr>
            <p:ph type="pic" sz="quarter" idx="15"/>
          </p:nvPr>
        </p:nvSpPr>
        <p:spPr/>
      </p:sp>
      <p:sp>
        <p:nvSpPr>
          <p:cNvPr id="2" name="TextBox 1">
            <a:extLst>
              <a:ext uri="{FF2B5EF4-FFF2-40B4-BE49-F238E27FC236}">
                <a16:creationId xmlns:a16="http://schemas.microsoft.com/office/drawing/2014/main" id="{6B9C6114-CE55-2DF7-117A-66EA6D77EACB}"/>
              </a:ext>
            </a:extLst>
          </p:cNvPr>
          <p:cNvSpPr txBox="1"/>
          <p:nvPr/>
        </p:nvSpPr>
        <p:spPr>
          <a:xfrm>
            <a:off x="1066799" y="2240801"/>
            <a:ext cx="1103187" cy="292388"/>
          </a:xfrm>
          <a:prstGeom prst="rect">
            <a:avLst/>
          </a:prstGeom>
          <a:noFill/>
        </p:spPr>
        <p:txBody>
          <a:bodyPr wrap="none" rtlCol="0">
            <a:spAutoFit/>
          </a:bodyPr>
          <a:lstStyle/>
          <a:p>
            <a:r>
              <a:rPr lang="en-US" sz="1300">
                <a:solidFill>
                  <a:schemeClr val="tx2"/>
                </a:solidFill>
                <a:latin typeface="Epilogue" pitchFamily="2" charset="0"/>
              </a:rPr>
              <a:t>Contact Us</a:t>
            </a:r>
            <a:endParaRPr lang="en-US" sz="1300" dirty="0">
              <a:solidFill>
                <a:schemeClr val="tx2"/>
              </a:solidFill>
              <a:latin typeface="Epilogue" pitchFamily="2" charset="0"/>
            </a:endParaRPr>
          </a:p>
        </p:txBody>
      </p:sp>
      <p:sp>
        <p:nvSpPr>
          <p:cNvPr id="3" name="TextBox 2">
            <a:extLst>
              <a:ext uri="{FF2B5EF4-FFF2-40B4-BE49-F238E27FC236}">
                <a16:creationId xmlns:a16="http://schemas.microsoft.com/office/drawing/2014/main" id="{5409610F-E917-D96B-0826-0B97F3B5F0F3}"/>
              </a:ext>
            </a:extLst>
          </p:cNvPr>
          <p:cNvSpPr txBox="1"/>
          <p:nvPr/>
        </p:nvSpPr>
        <p:spPr>
          <a:xfrm>
            <a:off x="1066800" y="1594470"/>
            <a:ext cx="2823713" cy="646331"/>
          </a:xfrm>
          <a:prstGeom prst="rect">
            <a:avLst/>
          </a:prstGeom>
          <a:noFill/>
        </p:spPr>
        <p:txBody>
          <a:bodyPr wrap="square" rtlCol="0">
            <a:spAutoFit/>
          </a:bodyPr>
          <a:lstStyle/>
          <a:p>
            <a:r>
              <a:rPr lang="en-US" sz="3600" b="1">
                <a:solidFill>
                  <a:schemeClr val="tx2"/>
                </a:solidFill>
                <a:latin typeface="Epilogue" pitchFamily="2" charset="0"/>
                <a:cs typeface="Rubik" pitchFamily="2" charset="-79"/>
              </a:rPr>
              <a:t>Contact</a:t>
            </a:r>
            <a:endParaRPr lang="en-US" sz="3600" b="1" dirty="0">
              <a:solidFill>
                <a:schemeClr val="tx2"/>
              </a:solidFill>
              <a:latin typeface="Epilogue" pitchFamily="2" charset="0"/>
              <a:cs typeface="Rubik" pitchFamily="2" charset="-79"/>
            </a:endParaRPr>
          </a:p>
        </p:txBody>
      </p:sp>
      <p:sp>
        <p:nvSpPr>
          <p:cNvPr id="18" name="Rectangle: Rounded Corners 17">
            <a:extLst>
              <a:ext uri="{FF2B5EF4-FFF2-40B4-BE49-F238E27FC236}">
                <a16:creationId xmlns:a16="http://schemas.microsoft.com/office/drawing/2014/main" id="{0BC0A25F-9E36-1773-3664-0C6FEF7BC959}"/>
              </a:ext>
            </a:extLst>
          </p:cNvPr>
          <p:cNvSpPr/>
          <p:nvPr/>
        </p:nvSpPr>
        <p:spPr>
          <a:xfrm>
            <a:off x="1066800" y="3071336"/>
            <a:ext cx="5267326" cy="2220770"/>
          </a:xfrm>
          <a:prstGeom prst="roundRect">
            <a:avLst>
              <a:gd name="adj" fmla="val 13238"/>
            </a:avLst>
          </a:prstGeom>
          <a:solidFill>
            <a:schemeClr val="bg2"/>
          </a:solidFill>
          <a:ln>
            <a:solidFill>
              <a:schemeClr val="accent1"/>
            </a:solidFill>
          </a:ln>
          <a:effectLst>
            <a:outerShdw blurRad="254000" dist="254000" dir="5400000" sx="95000" sy="95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9" name="TextBox 18">
            <a:extLst>
              <a:ext uri="{FF2B5EF4-FFF2-40B4-BE49-F238E27FC236}">
                <a16:creationId xmlns:a16="http://schemas.microsoft.com/office/drawing/2014/main" id="{4F021C7A-2BBB-8216-3C74-8A68284EF300}"/>
              </a:ext>
            </a:extLst>
          </p:cNvPr>
          <p:cNvSpPr txBox="1"/>
          <p:nvPr/>
        </p:nvSpPr>
        <p:spPr>
          <a:xfrm>
            <a:off x="1478403" y="4541298"/>
            <a:ext cx="2175619" cy="492443"/>
          </a:xfrm>
          <a:prstGeom prst="rect">
            <a:avLst/>
          </a:prstGeom>
          <a:noFill/>
        </p:spPr>
        <p:txBody>
          <a:bodyPr wrap="square" rtlCol="0">
            <a:spAutoFit/>
          </a:bodyPr>
          <a:lstStyle/>
          <a:p>
            <a:pPr rtl="0">
              <a:spcBef>
                <a:spcPts val="0"/>
              </a:spcBef>
              <a:spcAft>
                <a:spcPts val="0"/>
              </a:spcAft>
            </a:pPr>
            <a:r>
              <a:rPr lang="en-US" sz="1300">
                <a:solidFill>
                  <a:schemeClr val="tx2"/>
                </a:solidFill>
                <a:latin typeface="Epilogue SemiBold" pitchFamily="2" charset="0"/>
                <a:cs typeface="Poppins SemiBold" panose="00000700000000000000" pitchFamily="2" charset="0"/>
              </a:rPr>
              <a:t>266  Mutton Town Road, South Dakota, 57551</a:t>
            </a:r>
            <a:endParaRPr lang="en-US" sz="1300">
              <a:solidFill>
                <a:schemeClr val="tx2"/>
              </a:solidFill>
              <a:effectLst/>
              <a:latin typeface="Epilogue SemiBold" pitchFamily="2" charset="0"/>
              <a:cs typeface="Poppins SemiBold" panose="00000700000000000000" pitchFamily="2" charset="0"/>
            </a:endParaRPr>
          </a:p>
        </p:txBody>
      </p:sp>
      <p:sp>
        <p:nvSpPr>
          <p:cNvPr id="20" name="TextBox 19">
            <a:extLst>
              <a:ext uri="{FF2B5EF4-FFF2-40B4-BE49-F238E27FC236}">
                <a16:creationId xmlns:a16="http://schemas.microsoft.com/office/drawing/2014/main" id="{48D7DA35-7611-513A-F9C5-9DBFD066F84C}"/>
              </a:ext>
            </a:extLst>
          </p:cNvPr>
          <p:cNvSpPr txBox="1"/>
          <p:nvPr/>
        </p:nvSpPr>
        <p:spPr>
          <a:xfrm>
            <a:off x="1478404" y="3682559"/>
            <a:ext cx="2175618" cy="292388"/>
          </a:xfrm>
          <a:prstGeom prst="rect">
            <a:avLst/>
          </a:prstGeom>
          <a:noFill/>
        </p:spPr>
        <p:txBody>
          <a:bodyPr wrap="square" rtlCol="0">
            <a:spAutoFit/>
          </a:bodyPr>
          <a:lstStyle/>
          <a:p>
            <a:r>
              <a:rPr lang="en-US" sz="1300">
                <a:solidFill>
                  <a:schemeClr val="tx2"/>
                </a:solidFill>
                <a:latin typeface="Epilogue SemiBold" pitchFamily="2" charset="0"/>
                <a:cs typeface="Poppins SemiBold" panose="00000700000000000000" pitchFamily="2" charset="0"/>
              </a:rPr>
              <a:t>Russel Blue</a:t>
            </a:r>
          </a:p>
        </p:txBody>
      </p:sp>
      <p:sp>
        <p:nvSpPr>
          <p:cNvPr id="21" name="TextBox 20">
            <a:extLst>
              <a:ext uri="{FF2B5EF4-FFF2-40B4-BE49-F238E27FC236}">
                <a16:creationId xmlns:a16="http://schemas.microsoft.com/office/drawing/2014/main" id="{ACE0CA49-EC92-AEC3-2786-A0C29596C72A}"/>
              </a:ext>
            </a:extLst>
          </p:cNvPr>
          <p:cNvSpPr txBox="1"/>
          <p:nvPr/>
        </p:nvSpPr>
        <p:spPr>
          <a:xfrm>
            <a:off x="3895186" y="3682559"/>
            <a:ext cx="2175618" cy="292388"/>
          </a:xfrm>
          <a:prstGeom prst="rect">
            <a:avLst/>
          </a:prstGeom>
          <a:noFill/>
        </p:spPr>
        <p:txBody>
          <a:bodyPr wrap="square" rtlCol="0">
            <a:spAutoFit/>
          </a:bodyPr>
          <a:lstStyle/>
          <a:p>
            <a:pPr rtl="0">
              <a:spcBef>
                <a:spcPts val="0"/>
              </a:spcBef>
              <a:spcAft>
                <a:spcPts val="0"/>
              </a:spcAft>
            </a:pPr>
            <a:r>
              <a:rPr lang="en-US" sz="1300">
                <a:solidFill>
                  <a:schemeClr val="tx2"/>
                </a:solidFill>
                <a:latin typeface="Epilogue SemiBold" pitchFamily="2" charset="0"/>
                <a:cs typeface="Poppins SemiBold" panose="00000700000000000000" pitchFamily="2" charset="0"/>
              </a:rPr>
              <a:t>360-638-1700</a:t>
            </a:r>
            <a:endParaRPr lang="en-US" sz="1300">
              <a:solidFill>
                <a:schemeClr val="tx2"/>
              </a:solidFill>
              <a:effectLst/>
              <a:latin typeface="Epilogue SemiBold" pitchFamily="2" charset="0"/>
              <a:cs typeface="Poppins SemiBold" panose="00000700000000000000" pitchFamily="2" charset="0"/>
            </a:endParaRPr>
          </a:p>
        </p:txBody>
      </p:sp>
      <p:sp>
        <p:nvSpPr>
          <p:cNvPr id="22" name="TextBox 21">
            <a:extLst>
              <a:ext uri="{FF2B5EF4-FFF2-40B4-BE49-F238E27FC236}">
                <a16:creationId xmlns:a16="http://schemas.microsoft.com/office/drawing/2014/main" id="{A6D7F83B-E455-4828-872D-7098CAA26936}"/>
              </a:ext>
            </a:extLst>
          </p:cNvPr>
          <p:cNvSpPr txBox="1"/>
          <p:nvPr/>
        </p:nvSpPr>
        <p:spPr>
          <a:xfrm>
            <a:off x="3895185" y="4541298"/>
            <a:ext cx="2175619" cy="292388"/>
          </a:xfrm>
          <a:prstGeom prst="rect">
            <a:avLst/>
          </a:prstGeom>
          <a:noFill/>
        </p:spPr>
        <p:txBody>
          <a:bodyPr wrap="square" rtlCol="0">
            <a:spAutoFit/>
          </a:bodyPr>
          <a:lstStyle/>
          <a:p>
            <a:pPr rtl="0">
              <a:spcBef>
                <a:spcPts val="0"/>
              </a:spcBef>
              <a:spcAft>
                <a:spcPts val="0"/>
              </a:spcAft>
            </a:pPr>
            <a:r>
              <a:rPr lang="en-US" sz="1300">
                <a:solidFill>
                  <a:schemeClr val="tx2"/>
                </a:solidFill>
                <a:latin typeface="Epilogue SemiBold" pitchFamily="2" charset="0"/>
                <a:cs typeface="Poppins SemiBold" panose="00000700000000000000" pitchFamily="2" charset="0"/>
              </a:rPr>
              <a:t>russel@bootstrap.com</a:t>
            </a:r>
            <a:endParaRPr lang="en-US" sz="1300">
              <a:solidFill>
                <a:schemeClr val="tx2"/>
              </a:solidFill>
              <a:effectLst/>
              <a:latin typeface="Epilogue SemiBold" pitchFamily="2" charset="0"/>
              <a:cs typeface="Poppins SemiBold" panose="00000700000000000000" pitchFamily="2" charset="0"/>
            </a:endParaRPr>
          </a:p>
        </p:txBody>
      </p:sp>
      <p:pic>
        <p:nvPicPr>
          <p:cNvPr id="23" name="Graphic 22">
            <a:extLst>
              <a:ext uri="{FF2B5EF4-FFF2-40B4-BE49-F238E27FC236}">
                <a16:creationId xmlns:a16="http://schemas.microsoft.com/office/drawing/2014/main" id="{AA1A3937-A97C-A591-76FA-0C47444050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56510" y="3349660"/>
            <a:ext cx="304800" cy="304800"/>
          </a:xfrm>
          <a:prstGeom prst="rect">
            <a:avLst/>
          </a:prstGeom>
        </p:spPr>
      </p:pic>
      <p:pic>
        <p:nvPicPr>
          <p:cNvPr id="24" name="Graphic 23">
            <a:extLst>
              <a:ext uri="{FF2B5EF4-FFF2-40B4-BE49-F238E27FC236}">
                <a16:creationId xmlns:a16="http://schemas.microsoft.com/office/drawing/2014/main" id="{49C2C83A-BE92-D069-6967-92EC210E87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56510" y="4208399"/>
            <a:ext cx="304800" cy="304800"/>
          </a:xfrm>
          <a:prstGeom prst="rect">
            <a:avLst/>
          </a:prstGeom>
        </p:spPr>
      </p:pic>
      <p:pic>
        <p:nvPicPr>
          <p:cNvPr id="25" name="Graphic 24">
            <a:extLst>
              <a:ext uri="{FF2B5EF4-FFF2-40B4-BE49-F238E27FC236}">
                <a16:creationId xmlns:a16="http://schemas.microsoft.com/office/drawing/2014/main" id="{0749F032-F4AF-ADDD-E526-A3C83182E4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73292" y="3349660"/>
            <a:ext cx="304800" cy="304800"/>
          </a:xfrm>
          <a:prstGeom prst="rect">
            <a:avLst/>
          </a:prstGeom>
        </p:spPr>
      </p:pic>
      <p:pic>
        <p:nvPicPr>
          <p:cNvPr id="26" name="Graphic 25">
            <a:extLst>
              <a:ext uri="{FF2B5EF4-FFF2-40B4-BE49-F238E27FC236}">
                <a16:creationId xmlns:a16="http://schemas.microsoft.com/office/drawing/2014/main" id="{537D1699-6E20-2389-28FB-689DCC780CC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73292" y="4208399"/>
            <a:ext cx="304800" cy="304800"/>
          </a:xfrm>
          <a:prstGeom prst="rect">
            <a:avLst/>
          </a:prstGeom>
        </p:spPr>
      </p:pic>
      <p:sp>
        <p:nvSpPr>
          <p:cNvPr id="38" name="Freeform: Shape 37">
            <a:extLst>
              <a:ext uri="{FF2B5EF4-FFF2-40B4-BE49-F238E27FC236}">
                <a16:creationId xmlns:a16="http://schemas.microsoft.com/office/drawing/2014/main" id="{A68B13E0-E815-6DE5-C437-25A0AC35610E}"/>
              </a:ext>
            </a:extLst>
          </p:cNvPr>
          <p:cNvSpPr/>
          <p:nvPr/>
        </p:nvSpPr>
        <p:spPr>
          <a:xfrm>
            <a:off x="3976213" y="671613"/>
            <a:ext cx="388538" cy="388538"/>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DA1DE5FD-1F69-CF19-258A-28D76B92C56A}"/>
              </a:ext>
            </a:extLst>
          </p:cNvPr>
          <p:cNvSpPr/>
          <p:nvPr/>
        </p:nvSpPr>
        <p:spPr>
          <a:xfrm>
            <a:off x="3615001" y="516951"/>
            <a:ext cx="309323" cy="309323"/>
          </a:xfrm>
          <a:custGeom>
            <a:avLst/>
            <a:gdLst>
              <a:gd name="connsiteX0" fmla="*/ 1067528 w 2135056"/>
              <a:gd name="connsiteY0" fmla="*/ 0 h 2135055"/>
              <a:gd name="connsiteX1" fmla="*/ 1508683 w 2135056"/>
              <a:gd name="connsiteY1" fmla="*/ 626372 h 2135055"/>
              <a:gd name="connsiteX2" fmla="*/ 2135056 w 2135056"/>
              <a:gd name="connsiteY2" fmla="*/ 1067527 h 2135055"/>
              <a:gd name="connsiteX3" fmla="*/ 1508684 w 2135056"/>
              <a:gd name="connsiteY3" fmla="*/ 1508683 h 2135055"/>
              <a:gd name="connsiteX4" fmla="*/ 1067528 w 2135056"/>
              <a:gd name="connsiteY4" fmla="*/ 2135055 h 2135055"/>
              <a:gd name="connsiteX5" fmla="*/ 626373 w 2135056"/>
              <a:gd name="connsiteY5" fmla="*/ 1508683 h 2135055"/>
              <a:gd name="connsiteX6" fmla="*/ 0 w 2135056"/>
              <a:gd name="connsiteY6" fmla="*/ 1067527 h 2135055"/>
              <a:gd name="connsiteX7" fmla="*/ 626373 w 2135056"/>
              <a:gd name="connsiteY7" fmla="*/ 626372 h 2135055"/>
              <a:gd name="connsiteX8" fmla="*/ 1067528 w 2135056"/>
              <a:gd name="connsiteY8" fmla="*/ 0 h 213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056" h="2135055">
                <a:moveTo>
                  <a:pt x="1067528" y="0"/>
                </a:moveTo>
                <a:cubicBezTo>
                  <a:pt x="1139932" y="185823"/>
                  <a:pt x="1295245" y="412934"/>
                  <a:pt x="1508683" y="626372"/>
                </a:cubicBezTo>
                <a:cubicBezTo>
                  <a:pt x="1722121" y="839810"/>
                  <a:pt x="1949232" y="995124"/>
                  <a:pt x="2135056" y="1067527"/>
                </a:cubicBezTo>
                <a:cubicBezTo>
                  <a:pt x="1949232" y="1139931"/>
                  <a:pt x="1722122" y="1295244"/>
                  <a:pt x="1508684" y="1508683"/>
                </a:cubicBezTo>
                <a:cubicBezTo>
                  <a:pt x="1295245" y="1722121"/>
                  <a:pt x="1139932" y="1949231"/>
                  <a:pt x="1067528" y="2135055"/>
                </a:cubicBezTo>
                <a:cubicBezTo>
                  <a:pt x="995125" y="1949231"/>
                  <a:pt x="839811" y="1722121"/>
                  <a:pt x="626373" y="1508683"/>
                </a:cubicBezTo>
                <a:cubicBezTo>
                  <a:pt x="412935" y="1295244"/>
                  <a:pt x="185824" y="1139931"/>
                  <a:pt x="0" y="1067527"/>
                </a:cubicBezTo>
                <a:cubicBezTo>
                  <a:pt x="185824" y="995124"/>
                  <a:pt x="412935" y="839810"/>
                  <a:pt x="626373" y="626372"/>
                </a:cubicBezTo>
                <a:cubicBezTo>
                  <a:pt x="839811" y="412934"/>
                  <a:pt x="995125" y="185823"/>
                  <a:pt x="1067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90936647"/>
      </p:ext>
    </p:extLst>
  </p:cSld>
  <p:clrMapOvr>
    <a:masterClrMapping/>
  </p:clrMapOvr>
</p:sld>
</file>

<file path=ppt/theme/theme1.xml><?xml version="1.0" encoding="utf-8"?>
<a:theme xmlns:a="http://schemas.openxmlformats.org/drawingml/2006/main" name="Office Theme">
  <a:themeElements>
    <a:clrScheme name="Bootstrap Light">
      <a:dk1>
        <a:sysClr val="windowText" lastClr="000000"/>
      </a:dk1>
      <a:lt1>
        <a:sysClr val="window" lastClr="FFFFFF"/>
      </a:lt1>
      <a:dk2>
        <a:srgbClr val="202430"/>
      </a:dk2>
      <a:lt2>
        <a:srgbClr val="FFFFFF"/>
      </a:lt2>
      <a:accent1>
        <a:srgbClr val="4949EA"/>
      </a:accent1>
      <a:accent2>
        <a:srgbClr val="4EE57C"/>
      </a:accent2>
      <a:accent3>
        <a:srgbClr val="8D5BDD"/>
      </a:accent3>
      <a:accent4>
        <a:srgbClr val="33E2D5"/>
      </a:accent4>
      <a:accent5>
        <a:srgbClr val="EF8C48"/>
      </a:accent5>
      <a:accent6>
        <a:srgbClr val="ED624A"/>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TotalTime>
  <Words>1396</Words>
  <Application>Microsoft Office PowerPoint</Application>
  <PresentationFormat>Widescreen</PresentationFormat>
  <Paragraphs>260</Paragraphs>
  <Slides>40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Calibri Light</vt:lpstr>
      <vt:lpstr>Epilogue</vt:lpstr>
      <vt:lpstr>Epilogue Black</vt:lpstr>
      <vt:lpstr>Epilogue ExtraBold</vt:lpstr>
      <vt:lpstr>Epilogue Medium</vt:lpstr>
      <vt:lpstr>Epilogue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Rootpixel Office</dc:creator>
  <cp:lastModifiedBy>Rootpixel Office</cp:lastModifiedBy>
  <cp:revision>367</cp:revision>
  <dcterms:created xsi:type="dcterms:W3CDTF">2022-10-15T11:50:40Z</dcterms:created>
  <dcterms:modified xsi:type="dcterms:W3CDTF">2022-10-22T02:35:42Z</dcterms:modified>
</cp:coreProperties>
</file>